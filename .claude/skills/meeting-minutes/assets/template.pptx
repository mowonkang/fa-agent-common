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4889" userDrawn="1">
          <p15:clr>
            <a:srgbClr val="A4A3A4"/>
          </p15:clr>
        </p15:guide>
        <p15:guide id="4" pos="512" userDrawn="1">
          <p15:clr>
            <a:srgbClr val="A4A3A4"/>
          </p15:clr>
        </p15:guide>
        <p15:guide id="5" pos="55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70"/>
      </p:cViewPr>
      <p:guideLst>
        <p:guide orient="horz" pos="3113"/>
        <p:guide pos="3120"/>
        <p:guide pos="4889"/>
        <p:guide pos="512"/>
        <p:guide pos="55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14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23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028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824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915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601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399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94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382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996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78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7D85E-5733-4B54-8D4D-67AC43024F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8C2CB-1E3D-40EF-AEA3-892D320538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2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9D4B499-3662-4529-BE18-7969AFA7C668}"/>
              </a:ext>
            </a:extLst>
          </p:cNvPr>
          <p:cNvSpPr/>
          <p:nvPr/>
        </p:nvSpPr>
        <p:spPr>
          <a:xfrm>
            <a:off x="135770" y="660846"/>
            <a:ext cx="538887" cy="90590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회의</a:t>
            </a:r>
            <a:endParaRPr kumimoji="0" lang="en-US" altLang="ko-KR" sz="1400" b="1" i="0" u="none" strike="noStrike" kern="120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개요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E574F-48BF-4560-965D-081FF91B8739}"/>
              </a:ext>
            </a:extLst>
          </p:cNvPr>
          <p:cNvSpPr txBox="1"/>
          <p:nvPr/>
        </p:nvSpPr>
        <p:spPr>
          <a:xfrm>
            <a:off x="734475" y="691278"/>
            <a:ext cx="9092664" cy="1007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3663" marR="0" lvl="0" indent="-93663" algn="l" defTabSz="896938" rtl="0" eaLnBrk="1" fontAlgn="auto" latinLnBrk="1" hangingPunct="1">
              <a:lnSpc>
                <a:spcPct val="110000"/>
              </a:lnSpc>
              <a:spcBef>
                <a:spcPts val="500"/>
              </a:spcBef>
              <a:buClrTx/>
              <a:buSzPct val="85000"/>
              <a:buFont typeface="Arial" panose="020B0604020202020204" pitchFamily="34" charset="0"/>
              <a:buChar char="•"/>
              <a:tabLst>
                <a:tab pos="815975" algn="l"/>
              </a:tabLst>
              <a:defRPr/>
            </a:pPr>
            <a:r>
              <a:rPr kumimoji="0" lang="ko-KR" altLang="en-US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일시 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/ </a:t>
            </a:r>
            <a:r>
              <a:rPr kumimoji="0" lang="ko-KR" altLang="en-US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장소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: 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20YY</a:t>
            </a:r>
            <a:r>
              <a:rPr kumimoji="0" lang="ko-KR" altLang="en-US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년 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MM</a:t>
            </a:r>
            <a:r>
              <a:rPr kumimoji="0" lang="ko-KR" altLang="en-US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월 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DD</a:t>
            </a:r>
            <a:r>
              <a:rPr kumimoji="0" lang="ko-KR" altLang="en-US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일</a:t>
            </a:r>
            <a:r>
              <a:rPr kumimoji="0" lang="en-US" altLang="ko-KR" sz="1300" b="0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1300" b="0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요일</a:t>
            </a:r>
            <a:r>
              <a:rPr lang="en-US" altLang="ko-KR" sz="1300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r>
              <a:rPr kumimoji="0" lang="en-US" altLang="ko-KR" sz="1300" b="0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lang="en-US" altLang="ko-KR" sz="1300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xx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:00~xx:00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, 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장소</a:t>
            </a:r>
            <a:endParaRPr lang="en-US" altLang="ko-KR" sz="1300" b="1" spc="-70" noProof="0" dirty="0">
              <a:latin typeface="Arial Narrow" panose="020B0606020202030204" pitchFamily="34" charset="0"/>
              <a:ea typeface="LG스마트체 Regular" panose="020B0600000101010101" pitchFamily="50" charset="-127"/>
              <a:cs typeface="Arial" charset="0"/>
            </a:endParaRPr>
          </a:p>
          <a:p>
            <a:pPr marL="93663" lvl="0" indent="-93663" defTabSz="896938" latinLnBrk="1">
              <a:lnSpc>
                <a:spcPct val="15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tabLst>
                <a:tab pos="815975" algn="l"/>
              </a:tabLst>
              <a:defRPr/>
            </a:pPr>
            <a:r>
              <a:rPr kumimoji="0" lang="ko-KR" altLang="en-US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참석자 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: 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[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회사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] 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직책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or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소속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이름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직책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or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소속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이름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 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직책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or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소속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(</a:t>
            </a:r>
            <a:r>
              <a:rPr kumimoji="0" lang="ko-KR" altLang="en-US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이름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)</a:t>
            </a:r>
          </a:p>
          <a:p>
            <a:pPr lvl="0" defTabSz="896938" latinLnBrk="1">
              <a:lnSpc>
                <a:spcPct val="150000"/>
              </a:lnSpc>
              <a:spcBef>
                <a:spcPts val="500"/>
              </a:spcBef>
              <a:buSzPct val="85000"/>
              <a:tabLst>
                <a:tab pos="815975" algn="l"/>
              </a:tabLst>
              <a:defRPr/>
            </a:pP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                      [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회사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] 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직책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or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소속</a:t>
            </a:r>
            <a:r>
              <a:rPr kumimoji="0" lang="en-US" altLang="ko-KR" sz="1300" b="1" i="0" u="none" strike="noStrike" kern="1200" cap="none" spc="-70" normalizeH="0" baseline="0" noProof="0" dirty="0">
                <a:ln>
                  <a:noFill/>
                </a:ln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, 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직책</a:t>
            </a:r>
            <a:r>
              <a:rPr lang="en-US" altLang="ko-KR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or</a:t>
            </a:r>
            <a:r>
              <a:rPr lang="ko-KR" altLang="en-US" sz="1300" b="1" spc="-70" dirty="0"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rPr>
              <a:t>소속</a:t>
            </a:r>
            <a:endParaRPr kumimoji="0" lang="en-US" altLang="ko-KR" sz="1300" b="0" i="0" u="none" strike="noStrike" kern="1200" cap="none" spc="-70" normalizeH="0" baseline="0" noProof="0" dirty="0">
              <a:ln>
                <a:noFill/>
              </a:ln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0DAFB39-8A51-4BB3-9D9C-F0E1E648F98F}"/>
              </a:ext>
            </a:extLst>
          </p:cNvPr>
          <p:cNvCxnSpPr>
            <a:cxnSpLocks/>
          </p:cNvCxnSpPr>
          <p:nvPr/>
        </p:nvCxnSpPr>
        <p:spPr>
          <a:xfrm>
            <a:off x="690753" y="1827432"/>
            <a:ext cx="9042099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97864A-B123-4800-9EB6-7D960C180C89}"/>
              </a:ext>
            </a:extLst>
          </p:cNvPr>
          <p:cNvSpPr/>
          <p:nvPr/>
        </p:nvSpPr>
        <p:spPr>
          <a:xfrm>
            <a:off x="135770" y="1787912"/>
            <a:ext cx="536161" cy="484579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주요</a:t>
            </a:r>
            <a:br>
              <a:rPr kumimoji="0" lang="en-US" altLang="ko-KR" sz="1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논의</a:t>
            </a:r>
            <a:br>
              <a:rPr kumimoji="0" lang="en-US" altLang="ko-KR" sz="1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ko-KR" altLang="en-US" sz="1400" b="1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내용</a:t>
            </a:r>
          </a:p>
        </p:txBody>
      </p:sp>
      <p:sp>
        <p:nvSpPr>
          <p:cNvPr id="41" name="내용 개체 틀 20">
            <a:extLst>
              <a:ext uri="{FF2B5EF4-FFF2-40B4-BE49-F238E27FC236}">
                <a16:creationId xmlns:a16="http://schemas.microsoft.com/office/drawing/2014/main" id="{8058E503-F957-4BF3-927B-F4BCC1B71654}"/>
              </a:ext>
            </a:extLst>
          </p:cNvPr>
          <p:cNvSpPr txBox="1">
            <a:spLocks/>
          </p:cNvSpPr>
          <p:nvPr/>
        </p:nvSpPr>
        <p:spPr>
          <a:xfrm>
            <a:off x="9127592" y="-115250"/>
            <a:ext cx="857392" cy="551090"/>
          </a:xfrm>
          <a:prstGeom prst="rect">
            <a:avLst/>
          </a:prstGeom>
        </p:spPr>
        <p:txBody>
          <a:bodyPr wrap="none" lIns="0" tIns="180000" rIns="180000" bIns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itchFamily="50" charset="-127"/>
                <a:cs typeface="+mn-cs"/>
              </a:rPr>
              <a:t>YY.MM.</a:t>
            </a:r>
            <a:r>
              <a:rPr lang="en-US" altLang="ko-KR" sz="1200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DD</a:t>
            </a:r>
            <a:endParaRPr kumimoji="0" lang="en-US" altLang="ko-KR" sz="1200" b="0" i="0" u="none" strike="noStrike" kern="1200" cap="none" spc="-4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itchFamily="50" charset="-127"/>
              <a:cs typeface="+mn-cs"/>
            </a:endParaRPr>
          </a:p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FA</a:t>
            </a:r>
            <a:r>
              <a:rPr lang="ko-KR" altLang="en-US" sz="1200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itchFamily="50" charset="-127"/>
              </a:rPr>
              <a:t>기술담당</a:t>
            </a:r>
            <a:endParaRPr kumimoji="0" lang="en-US" altLang="ko-KR" sz="1100" b="0" i="0" u="none" strike="noStrike" kern="1200" cap="none" spc="-4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2.0 Regular" panose="020B0600000101010101" pitchFamily="50" charset="-127"/>
              <a:cs typeface="+mn-cs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D955B8E-2324-47AB-D0BC-6B9585DB8075}"/>
              </a:ext>
            </a:extLst>
          </p:cNvPr>
          <p:cNvGrpSpPr/>
          <p:nvPr/>
        </p:nvGrpSpPr>
        <p:grpSpPr>
          <a:xfrm>
            <a:off x="7582564" y="1824522"/>
            <a:ext cx="1016163" cy="203872"/>
            <a:chOff x="7727508" y="2023814"/>
            <a:chExt cx="1016163" cy="203872"/>
          </a:xfrm>
        </p:grpSpPr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C792090-C1A1-8B99-9533-A7A9FC234D4C}"/>
                </a:ext>
              </a:extLst>
            </p:cNvPr>
            <p:cNvCxnSpPr>
              <a:cxnSpLocks/>
            </p:cNvCxnSpPr>
            <p:nvPr/>
          </p:nvCxnSpPr>
          <p:spPr>
            <a:xfrm>
              <a:off x="7785589" y="2227686"/>
              <a:ext cx="90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7">
              <a:extLst>
                <a:ext uri="{FF2B5EF4-FFF2-40B4-BE49-F238E27FC236}">
                  <a16:creationId xmlns:a16="http://schemas.microsoft.com/office/drawing/2014/main" id="{EA9D8145-CA92-9346-A3AF-6A9213A68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7508" y="2023814"/>
              <a:ext cx="1016163" cy="1904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0000"/>
                </a:lnSpc>
                <a:spcBef>
                  <a:spcPts val="18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-4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주관 부서</a:t>
              </a:r>
              <a:endParaRPr kumimoji="1" lang="en-US" altLang="ko-KR" sz="1200" b="1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4EEB876A-D6A2-B439-E7DD-514426122629}"/>
              </a:ext>
            </a:extLst>
          </p:cNvPr>
          <p:cNvGrpSpPr/>
          <p:nvPr/>
        </p:nvGrpSpPr>
        <p:grpSpPr>
          <a:xfrm>
            <a:off x="8779348" y="1824522"/>
            <a:ext cx="1047791" cy="203872"/>
            <a:chOff x="8779348" y="2023814"/>
            <a:chExt cx="1047791" cy="203872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6D745E87-C927-01DD-CE1C-E415DF6080D7}"/>
                </a:ext>
              </a:extLst>
            </p:cNvPr>
            <p:cNvCxnSpPr>
              <a:cxnSpLocks/>
            </p:cNvCxnSpPr>
            <p:nvPr/>
          </p:nvCxnSpPr>
          <p:spPr>
            <a:xfrm>
              <a:off x="8799243" y="2227686"/>
              <a:ext cx="100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1C30B4E-3EA1-FEDB-D9A0-FA2F66331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9348" y="2023814"/>
              <a:ext cx="1047791" cy="1904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algn="ctr" defTabSz="914400" rtl="0" eaLnBrk="1" fontAlgn="base" latinLnBrk="1" hangingPunct="1">
                <a:lnSpc>
                  <a:spcPct val="110000"/>
                </a:lnSpc>
                <a:spcBef>
                  <a:spcPts val="18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200" b="1" i="0" u="none" strike="noStrike" kern="1200" cap="none" spc="-4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완료</a:t>
              </a:r>
              <a:r>
                <a:rPr kumimoji="1" lang="en-US" altLang="ko-KR" sz="1200" b="1" i="0" u="none" strike="noStrike" kern="1200" cap="none" spc="-4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/</a:t>
              </a:r>
              <a:r>
                <a:rPr kumimoji="1" lang="ko-KR" altLang="en-US" sz="1200" b="1" i="0" u="none" strike="noStrike" kern="1200" cap="none" spc="-4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보고 기한</a:t>
              </a:r>
              <a:endParaRPr kumimoji="1" lang="en-US" altLang="ko-KR" sz="1200" b="1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9F2815AA-4196-91A3-68E4-9127834EF2BE}"/>
              </a:ext>
            </a:extLst>
          </p:cNvPr>
          <p:cNvGrpSpPr/>
          <p:nvPr/>
        </p:nvGrpSpPr>
        <p:grpSpPr>
          <a:xfrm>
            <a:off x="24087" y="102376"/>
            <a:ext cx="7550808" cy="400110"/>
            <a:chOff x="24087" y="102376"/>
            <a:chExt cx="5044070" cy="400110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898A284-83AC-5BA3-C47C-CF328A55E112}"/>
                </a:ext>
              </a:extLst>
            </p:cNvPr>
            <p:cNvSpPr txBox="1"/>
            <p:nvPr/>
          </p:nvSpPr>
          <p:spPr>
            <a:xfrm>
              <a:off x="24087" y="102376"/>
              <a:ext cx="50440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[</a:t>
              </a:r>
              <a:r>
                <a:rPr kumimoji="0" lang="ko-KR" altLang="en-US" sz="20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회의록</a:t>
              </a:r>
              <a:r>
                <a:rPr kumimoji="0" lang="en-US" altLang="ko-KR" sz="2000" b="1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] *</a:t>
              </a:r>
              <a:r>
                <a:rPr lang="ko-KR" altLang="en-US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회사</a:t>
              </a:r>
              <a:r>
                <a:rPr lang="en-US" altLang="ko-KR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or</a:t>
              </a:r>
              <a:r>
                <a:rPr lang="ko-KR" altLang="en-US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법인</a:t>
              </a:r>
              <a:r>
                <a:rPr lang="en-US" altLang="ko-KR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(cf.</a:t>
              </a:r>
              <a:r>
                <a:rPr lang="ko-KR" altLang="en-US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LGES or</a:t>
              </a:r>
              <a:r>
                <a:rPr lang="ko-KR" altLang="en-US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ESMI) *</a:t>
              </a:r>
              <a:r>
                <a:rPr lang="ko-KR" altLang="en-US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조직</a:t>
              </a:r>
              <a:r>
                <a:rPr lang="en-US" altLang="ko-KR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(cf. FA</a:t>
              </a:r>
              <a:r>
                <a:rPr lang="ko-KR" altLang="en-US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기술담당</a:t>
              </a:r>
              <a:r>
                <a:rPr lang="en-US" altLang="ko-KR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</a:t>
              </a:r>
              <a:r>
                <a:rPr lang="ko-KR" altLang="en-US" sz="2000" b="1" spc="-40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업무보고</a:t>
              </a:r>
              <a:endParaRPr kumimoji="0" lang="ko-KR" altLang="en-US" sz="200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itchFamily="34" charset="0"/>
                <a:ea typeface="LG스마트체2.0 Regular" pitchFamily="50" charset="-127"/>
                <a:cs typeface="+mn-cs"/>
              </a:endParaRP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3970CEF3-4829-54EB-F505-E0628EE87393}"/>
                </a:ext>
              </a:extLst>
            </p:cNvPr>
            <p:cNvCxnSpPr>
              <a:cxnSpLocks/>
            </p:cNvCxnSpPr>
            <p:nvPr/>
          </p:nvCxnSpPr>
          <p:spPr>
            <a:xfrm>
              <a:off x="96821" y="477468"/>
              <a:ext cx="4680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2E05025-5A69-A3D2-3F05-0AEDC62CA610}"/>
              </a:ext>
            </a:extLst>
          </p:cNvPr>
          <p:cNvSpPr txBox="1"/>
          <p:nvPr/>
        </p:nvSpPr>
        <p:spPr>
          <a:xfrm>
            <a:off x="7364265" y="2580998"/>
            <a:ext cx="14527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주관 부서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(cf. FA</a:t>
            </a: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기술담당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DB8389-896F-47FA-AA34-6F0F5D47F650}"/>
              </a:ext>
            </a:extLst>
          </p:cNvPr>
          <p:cNvSpPr txBox="1"/>
          <p:nvPr/>
        </p:nvSpPr>
        <p:spPr>
          <a:xfrm>
            <a:off x="782875" y="2573304"/>
            <a:ext cx="5985478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3663" lvl="0" indent="-93663"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/>
            </a:pPr>
            <a:r>
              <a:rPr lang="ko-KR" altLang="en-US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요약 내용 </a:t>
            </a:r>
            <a:r>
              <a:rPr lang="en-US" altLang="ko-KR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F6CE13-556B-D58D-DE29-97E118BFCF51}"/>
              </a:ext>
            </a:extLst>
          </p:cNvPr>
          <p:cNvSpPr txBox="1"/>
          <p:nvPr/>
        </p:nvSpPr>
        <p:spPr>
          <a:xfrm>
            <a:off x="9035076" y="2396332"/>
            <a:ext cx="5818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Comment or</a:t>
            </a:r>
          </a:p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YY.MM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89943E8-1E61-8E25-3AD5-56BBD5D70B59}"/>
              </a:ext>
            </a:extLst>
          </p:cNvPr>
          <p:cNvSpPr/>
          <p:nvPr/>
        </p:nvSpPr>
        <p:spPr>
          <a:xfrm>
            <a:off x="1726574" y="1238726"/>
            <a:ext cx="4090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750B1BD-37EC-9ED9-5E8C-39ACC3808C59}"/>
              </a:ext>
            </a:extLst>
          </p:cNvPr>
          <p:cNvSpPr/>
          <p:nvPr/>
        </p:nvSpPr>
        <p:spPr>
          <a:xfrm>
            <a:off x="2715628" y="1238726"/>
            <a:ext cx="4090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이름</a:t>
            </a:r>
            <a:endParaRPr lang="ko-KR" altLang="en-US" sz="1000" b="1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330DD4-F7C7-78FB-477F-F88435BE7BA3}"/>
              </a:ext>
            </a:extLst>
          </p:cNvPr>
          <p:cNvSpPr/>
          <p:nvPr/>
        </p:nvSpPr>
        <p:spPr>
          <a:xfrm>
            <a:off x="3500139" y="1238726"/>
            <a:ext cx="4090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이름</a:t>
            </a:r>
            <a:endParaRPr lang="ko-KR" altLang="en-US" sz="1000" b="1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CD1715-817B-7FD7-4773-44470386ECB8}"/>
              </a:ext>
            </a:extLst>
          </p:cNvPr>
          <p:cNvSpPr/>
          <p:nvPr/>
        </p:nvSpPr>
        <p:spPr>
          <a:xfrm>
            <a:off x="1726574" y="1585353"/>
            <a:ext cx="4090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3C87004-A91A-47BA-8C24-8A7B76AF109D}"/>
              </a:ext>
            </a:extLst>
          </p:cNvPr>
          <p:cNvSpPr/>
          <p:nvPr/>
        </p:nvSpPr>
        <p:spPr>
          <a:xfrm>
            <a:off x="2715628" y="1585353"/>
            <a:ext cx="40908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이름</a:t>
            </a:r>
            <a:endParaRPr lang="ko-KR" altLang="en-US" sz="1000" b="1" dirty="0">
              <a:solidFill>
                <a:srgbClr val="0066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3D22DC-994F-90AF-0B1C-8027E0AAE28D}"/>
              </a:ext>
            </a:extLst>
          </p:cNvPr>
          <p:cNvSpPr txBox="1"/>
          <p:nvPr/>
        </p:nvSpPr>
        <p:spPr>
          <a:xfrm>
            <a:off x="7364265" y="3199679"/>
            <a:ext cx="14527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주관 부서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(cf. FA</a:t>
            </a: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기술담당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8DE3F7-C72B-F4EC-2946-86041D3C1D1C}"/>
              </a:ext>
            </a:extLst>
          </p:cNvPr>
          <p:cNvSpPr txBox="1"/>
          <p:nvPr/>
        </p:nvSpPr>
        <p:spPr>
          <a:xfrm>
            <a:off x="782875" y="3191985"/>
            <a:ext cx="5985478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3663" lvl="0" indent="-93663"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/>
            </a:pPr>
            <a:r>
              <a:rPr lang="ko-KR" altLang="en-US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요약 내용 </a:t>
            </a:r>
            <a:r>
              <a:rPr lang="en-US" altLang="ko-KR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091773-18CB-F70B-8E9B-162C1262DD55}"/>
              </a:ext>
            </a:extLst>
          </p:cNvPr>
          <p:cNvSpPr txBox="1"/>
          <p:nvPr/>
        </p:nvSpPr>
        <p:spPr>
          <a:xfrm>
            <a:off x="9035076" y="3015013"/>
            <a:ext cx="5818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Comment or</a:t>
            </a:r>
          </a:p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YY.MM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C18B0D-9090-CE9A-51D9-04DB266AEF76}"/>
              </a:ext>
            </a:extLst>
          </p:cNvPr>
          <p:cNvSpPr txBox="1"/>
          <p:nvPr/>
        </p:nvSpPr>
        <p:spPr>
          <a:xfrm>
            <a:off x="7364265" y="3968781"/>
            <a:ext cx="14527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주관 부서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(cf. FA</a:t>
            </a: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기술담당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523A67-FE88-FB9B-6A8A-BED9E2BEE3DE}"/>
              </a:ext>
            </a:extLst>
          </p:cNvPr>
          <p:cNvSpPr txBox="1"/>
          <p:nvPr/>
        </p:nvSpPr>
        <p:spPr>
          <a:xfrm>
            <a:off x="782875" y="3961087"/>
            <a:ext cx="5985478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3663" lvl="0" indent="-93663"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/>
            </a:pPr>
            <a:r>
              <a:rPr lang="ko-KR" altLang="en-US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요약 내용 </a:t>
            </a:r>
            <a:r>
              <a:rPr lang="en-US" altLang="ko-KR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146042-C922-A050-D8E0-9EBB97D3C5FE}"/>
              </a:ext>
            </a:extLst>
          </p:cNvPr>
          <p:cNvSpPr txBox="1"/>
          <p:nvPr/>
        </p:nvSpPr>
        <p:spPr>
          <a:xfrm>
            <a:off x="9035076" y="3784115"/>
            <a:ext cx="5818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Comment or</a:t>
            </a:r>
          </a:p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YY.MM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785641-2903-ED25-63E8-D82E1CABB597}"/>
              </a:ext>
            </a:extLst>
          </p:cNvPr>
          <p:cNvSpPr txBox="1"/>
          <p:nvPr/>
        </p:nvSpPr>
        <p:spPr>
          <a:xfrm>
            <a:off x="7364265" y="4714799"/>
            <a:ext cx="14527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주관 부서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(cf. FA</a:t>
            </a: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기술담당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7043B2-3C93-AD90-2DE7-F8F6D9AFCFB1}"/>
              </a:ext>
            </a:extLst>
          </p:cNvPr>
          <p:cNvSpPr txBox="1"/>
          <p:nvPr/>
        </p:nvSpPr>
        <p:spPr>
          <a:xfrm>
            <a:off x="782875" y="4707105"/>
            <a:ext cx="5985478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3663" lvl="0" indent="-93663"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/>
            </a:pPr>
            <a:r>
              <a:rPr lang="ko-KR" altLang="en-US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요약 내용 </a:t>
            </a:r>
            <a:r>
              <a:rPr lang="en-US" altLang="ko-KR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80C96C-ECB0-6C41-FEBC-B89EE79412FF}"/>
              </a:ext>
            </a:extLst>
          </p:cNvPr>
          <p:cNvSpPr txBox="1"/>
          <p:nvPr/>
        </p:nvSpPr>
        <p:spPr>
          <a:xfrm>
            <a:off x="9035076" y="4530133"/>
            <a:ext cx="5818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Comment or</a:t>
            </a:r>
          </a:p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YY.MM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475137-78DF-DC51-2E0B-E0667E18E9E6}"/>
              </a:ext>
            </a:extLst>
          </p:cNvPr>
          <p:cNvSpPr txBox="1"/>
          <p:nvPr/>
        </p:nvSpPr>
        <p:spPr>
          <a:xfrm>
            <a:off x="7364265" y="5468511"/>
            <a:ext cx="14527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주관 부서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(cf. FA</a:t>
            </a: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기술담당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F4847A-FEAA-8E48-8328-A16A495D186A}"/>
              </a:ext>
            </a:extLst>
          </p:cNvPr>
          <p:cNvSpPr txBox="1"/>
          <p:nvPr/>
        </p:nvSpPr>
        <p:spPr>
          <a:xfrm>
            <a:off x="782875" y="5460817"/>
            <a:ext cx="5985478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3663" lvl="0" indent="-93663"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/>
            </a:pPr>
            <a:r>
              <a:rPr lang="ko-KR" altLang="en-US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요약 내용 </a:t>
            </a:r>
            <a:r>
              <a:rPr lang="en-US" altLang="ko-KR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35E876-3FD2-1F06-6F3A-F20435A2D8B4}"/>
              </a:ext>
            </a:extLst>
          </p:cNvPr>
          <p:cNvSpPr txBox="1"/>
          <p:nvPr/>
        </p:nvSpPr>
        <p:spPr>
          <a:xfrm>
            <a:off x="9035076" y="5283845"/>
            <a:ext cx="5818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Comment or</a:t>
            </a:r>
          </a:p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YY.MM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678758-8C51-C071-4927-58E1EBB6E666}"/>
              </a:ext>
            </a:extLst>
          </p:cNvPr>
          <p:cNvSpPr txBox="1"/>
          <p:nvPr/>
        </p:nvSpPr>
        <p:spPr>
          <a:xfrm>
            <a:off x="7364265" y="6222223"/>
            <a:ext cx="14527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주관 부서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(cf. FA</a:t>
            </a:r>
            <a:r>
              <a:rPr lang="ko-KR" altLang="en-US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기술담당</a:t>
            </a:r>
            <a:r>
              <a:rPr lang="en-US" altLang="ko-KR" sz="1200" b="1" spc="-40" noProof="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5A8779-0AB4-46D0-ABAB-F1E8E0D503D0}"/>
              </a:ext>
            </a:extLst>
          </p:cNvPr>
          <p:cNvSpPr txBox="1"/>
          <p:nvPr/>
        </p:nvSpPr>
        <p:spPr>
          <a:xfrm>
            <a:off x="782875" y="6214529"/>
            <a:ext cx="5985478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93663" lvl="0" indent="-93663"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/>
            </a:pPr>
            <a:r>
              <a:rPr lang="ko-KR" altLang="en-US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요약 내용 </a:t>
            </a:r>
            <a:r>
              <a:rPr lang="en-US" altLang="ko-KR" sz="13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9EC938-10FC-7837-5485-28DA9050B8E7}"/>
              </a:ext>
            </a:extLst>
          </p:cNvPr>
          <p:cNvSpPr txBox="1"/>
          <p:nvPr/>
        </p:nvSpPr>
        <p:spPr>
          <a:xfrm>
            <a:off x="9035076" y="6037557"/>
            <a:ext cx="581891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Comment or</a:t>
            </a:r>
          </a:p>
          <a:p>
            <a:pPr lvl="0" algn="ctr">
              <a:defRPr/>
            </a:pPr>
            <a:r>
              <a:rPr lang="en-US" altLang="ko-KR" sz="1200" b="1" spc="-40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YY.MM</a:t>
            </a:r>
          </a:p>
        </p:txBody>
      </p:sp>
    </p:spTree>
    <p:extLst>
      <p:ext uri="{BB962C8B-B14F-4D97-AF65-F5344CB8AC3E}">
        <p14:creationId xmlns:p14="http://schemas.microsoft.com/office/powerpoint/2010/main" val="1950185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C0832A7AA02374BA5C7A8D433CC3D07" ma:contentTypeVersion="11" ma:contentTypeDescription="새 문서를 만듭니다." ma:contentTypeScope="" ma:versionID="a5b7f0f27b425f7347cb3750d62c1c01">
  <xsd:schema xmlns:xsd="http://www.w3.org/2001/XMLSchema" xmlns:xs="http://www.w3.org/2001/XMLSchema" xmlns:p="http://schemas.microsoft.com/office/2006/metadata/properties" xmlns:ns2="4614f91f-6f70-453f-9a04-a60decb0f9be" xmlns:ns3="6bd65b86-242d-47fa-a6c1-e7df228207c9" targetNamespace="http://schemas.microsoft.com/office/2006/metadata/properties" ma:root="true" ma:fieldsID="17a55be03394a96e8b874cd6f232611f" ns2:_="" ns3:_="">
    <xsd:import namespace="4614f91f-6f70-453f-9a04-a60decb0f9be"/>
    <xsd:import namespace="6bd65b86-242d-47fa-a6c1-e7df228207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4f91f-6f70-453f-9a04-a60decb0f9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86b6c907-f9fa-4eeb-aa90-8a0f9d8669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65b86-242d-47fa-a6c1-e7df228207c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8837c17-b61a-4b26-a564-66d61104daa3}" ma:internalName="TaxCatchAll" ma:showField="CatchAllData" ma:web="6bd65b86-242d-47fa-a6c1-e7df228207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d65b86-242d-47fa-a6c1-e7df228207c9" xsi:nil="true"/>
    <lcf76f155ced4ddcb4097134ff3c332f xmlns="4614f91f-6f70-453f-9a04-a60decb0f9b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7E0E875-53CC-4F67-A3E1-745C5C6241C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14f91f-6f70-453f-9a04-a60decb0f9be"/>
    <ds:schemaRef ds:uri="6bd65b86-242d-47fa-a6c1-e7df228207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577A82-E9F5-46B1-B5E8-1E02AC88C3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238C5D-B227-4D16-85CC-42F796D454F2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bd65b86-242d-47fa-a6c1-e7df228207c9"/>
    <ds:schemaRef ds:uri="4614f91f-6f70-453f-9a04-a60decb0f9be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3184</TotalTime>
  <Words>200</Words>
  <Application>Microsoft Office PowerPoint</Application>
  <PresentationFormat>A4 용지(210x297mm)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LG스마트체 Regular</vt:lpstr>
      <vt:lpstr>Arial</vt:lpstr>
      <vt:lpstr>Arial Narrow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김대홍(DAEHONG KIM)[daehong_kim]/책임/경영전략1팀</dc:creator>
  <cp:lastModifiedBy>강모원(MOWON KANG)[mowon.kang]/책임/생산기술혁신.인프라.FA.기술혁신P</cp:lastModifiedBy>
  <cp:revision>141</cp:revision>
  <cp:lastPrinted>2026-02-25T06:20:53Z</cp:lastPrinted>
  <dcterms:created xsi:type="dcterms:W3CDTF">2025-11-18T08:35:52Z</dcterms:created>
  <dcterms:modified xsi:type="dcterms:W3CDTF">2026-04-23T23:39:21Z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0x010100FC0832A7AA02374BA5C7A8D433CC3D07</vt:lpwstr>
  </property>
</Properties>
</file>