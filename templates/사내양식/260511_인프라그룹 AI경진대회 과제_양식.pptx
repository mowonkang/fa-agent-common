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2" r:id="rId6"/>
    <p:sldMasterId id="2147483674" r:id="rId7"/>
    <p:sldMasterId id="2147483676" r:id="rId8"/>
    <p:sldMasterId id="2147483680" r:id="rId9"/>
    <p:sldMasterId id="2147483683" r:id="rId10"/>
  </p:sldMasterIdLst>
  <p:notesMasterIdLst>
    <p:notesMasterId r:id="rId13"/>
  </p:notesMasterIdLst>
  <p:sldIdLst>
    <p:sldId id="2147475159" r:id="rId11"/>
    <p:sldId id="2147475160" r:id="rId12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CC99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4B27E-FF33-4DCC-9528-88375862E681}" v="5" dt="2026-05-11T05:05:44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howGuides="1">
      <p:cViewPr varScale="1">
        <p:scale>
          <a:sx n="109" d="100"/>
          <a:sy n="109" d="100"/>
        </p:scale>
        <p:origin x="138" y="402"/>
      </p:cViewPr>
      <p:guideLst>
        <p:guide orient="horz" pos="255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1899307-1E95-4A36-9DA1-582674023442}"/>
    <pc:docChg chg="modSld">
      <pc:chgData name="" userId="" providerId="" clId="Web-{A1899307-1E95-4A36-9DA1-582674023442}" dt="2026-04-29T02:04:17.478" v="0"/>
      <pc:docMkLst>
        <pc:docMk/>
      </pc:docMkLst>
      <pc:sldChg chg="delSp">
        <pc:chgData name="" userId="" providerId="" clId="Web-{A1899307-1E95-4A36-9DA1-582674023442}" dt="2026-04-29T02:04:17.478" v="0"/>
        <pc:sldMkLst>
          <pc:docMk/>
          <pc:sldMk cId="2222923305" sldId="2147475159"/>
        </pc:sldMkLst>
      </pc:sldChg>
    </pc:docChg>
  </pc:docChgLst>
  <pc:docChgLst>
    <pc:chgData name="사공완(WAN SAGONG)[wan.sagong]/책임/생산기술혁신.인프라.기획팀" userId="2204d2e7-1961-4173-b746-f7402b1178d6" providerId="ADAL" clId="{4B0FE9C7-DE58-4CB9-9D76-03675BE49B00}"/>
    <pc:docChg chg="custSel modSld">
      <pc:chgData name="사공완(WAN SAGONG)[wan.sagong]/책임/생산기술혁신.인프라.기획팀" userId="2204d2e7-1961-4173-b746-f7402b1178d6" providerId="ADAL" clId="{4B0FE9C7-DE58-4CB9-9D76-03675BE49B00}" dt="2026-05-11T05:05:47.164" v="28" actId="14100"/>
      <pc:docMkLst>
        <pc:docMk/>
      </pc:docMkLst>
      <pc:sldChg chg="addSp delSp modSp mod">
        <pc:chgData name="사공완(WAN SAGONG)[wan.sagong]/책임/생산기술혁신.인프라.기획팀" userId="2204d2e7-1961-4173-b746-f7402b1178d6" providerId="ADAL" clId="{4B0FE9C7-DE58-4CB9-9D76-03675BE49B00}" dt="2026-05-11T05:05:47.164" v="28" actId="14100"/>
        <pc:sldMkLst>
          <pc:docMk/>
          <pc:sldMk cId="2222923305" sldId="2147475159"/>
        </pc:sldMkLst>
        <pc:spChg chg="add mod">
          <ac:chgData name="사공완(WAN SAGONG)[wan.sagong]/책임/생산기술혁신.인프라.기획팀" userId="2204d2e7-1961-4173-b746-f7402b1178d6" providerId="ADAL" clId="{4B0FE9C7-DE58-4CB9-9D76-03675BE49B00}" dt="2026-05-11T05:05:10.982" v="0"/>
          <ac:spMkLst>
            <pc:docMk/>
            <pc:sldMk cId="2222923305" sldId="2147475159"/>
            <ac:spMk id="5" creationId="{6E42E85E-45D2-F512-F7AB-F0E2F43B8D98}"/>
          </ac:spMkLst>
        </pc:spChg>
        <pc:spChg chg="add mod">
          <ac:chgData name="사공완(WAN SAGONG)[wan.sagong]/책임/생산기술혁신.인프라.기획팀" userId="2204d2e7-1961-4173-b746-f7402b1178d6" providerId="ADAL" clId="{4B0FE9C7-DE58-4CB9-9D76-03675BE49B00}" dt="2026-05-11T05:05:10.982" v="0"/>
          <ac:spMkLst>
            <pc:docMk/>
            <pc:sldMk cId="2222923305" sldId="2147475159"/>
            <ac:spMk id="7" creationId="{A5ECB253-5BE2-F83D-9C79-AC3A4AA6A79D}"/>
          </ac:spMkLst>
        </pc:spChg>
        <pc:spChg chg="mod">
          <ac:chgData name="사공완(WAN SAGONG)[wan.sagong]/책임/생산기술혁신.인프라.기획팀" userId="2204d2e7-1961-4173-b746-f7402b1178d6" providerId="ADAL" clId="{4B0FE9C7-DE58-4CB9-9D76-03675BE49B00}" dt="2026-05-11T05:05:47.164" v="28" actId="14100"/>
          <ac:spMkLst>
            <pc:docMk/>
            <pc:sldMk cId="2222923305" sldId="2147475159"/>
            <ac:spMk id="9" creationId="{3018A09F-6ACC-F13D-3E51-A0A090568764}"/>
          </ac:spMkLst>
        </pc:spChg>
        <pc:spChg chg="add mod">
          <ac:chgData name="사공완(WAN SAGONG)[wan.sagong]/책임/생산기술혁신.인프라.기획팀" userId="2204d2e7-1961-4173-b746-f7402b1178d6" providerId="ADAL" clId="{4B0FE9C7-DE58-4CB9-9D76-03675BE49B00}" dt="2026-05-11T05:05:14.064" v="2"/>
          <ac:spMkLst>
            <pc:docMk/>
            <pc:sldMk cId="2222923305" sldId="2147475159"/>
            <ac:spMk id="10" creationId="{C92A0378-8F4D-ADC6-2AF9-74B7F626997F}"/>
          </ac:spMkLst>
        </pc:spChg>
        <pc:spChg chg="add mod">
          <ac:chgData name="사공완(WAN SAGONG)[wan.sagong]/책임/생산기술혁신.인프라.기획팀" userId="2204d2e7-1961-4173-b746-f7402b1178d6" providerId="ADAL" clId="{4B0FE9C7-DE58-4CB9-9D76-03675BE49B00}" dt="2026-05-11T05:05:14.064" v="2"/>
          <ac:spMkLst>
            <pc:docMk/>
            <pc:sldMk cId="2222923305" sldId="2147475159"/>
            <ac:spMk id="12" creationId="{BA1936E9-FB2F-38B9-0274-F8092EE4E2E5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18" creationId="{9F42ADD4-3127-5F3C-1777-E5CB270CE2BB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23" creationId="{C23D7CBE-620A-6E3A-5205-2E9835987798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24" creationId="{4536630C-060C-3EF3-C8E5-65E4D0B4C5A4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25" creationId="{A4A6DF30-B1D8-1DA1-3474-05F19EA6F2B3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27" creationId="{CB00F617-7B08-571E-FBCF-07BE3955BD0B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31" creationId="{41519105-2FE5-4477-C9F0-B60E38E826EE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32" creationId="{71B84531-5B3F-9D2F-5FDE-20CE7B98B068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33" creationId="{920FAE07-8A98-795B-0C07-44E7F1F7A397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spMkLst>
            <pc:docMk/>
            <pc:sldMk cId="2222923305" sldId="2147475159"/>
            <ac:spMk id="36" creationId="{5A487609-D4DF-E1AF-5521-EC0D2096E53A}"/>
          </ac:spMkLst>
        </pc:spChg>
        <pc:spChg chg="del">
          <ac:chgData name="사공완(WAN SAGONG)[wan.sagong]/책임/생산기술혁신.인프라.기획팀" userId="2204d2e7-1961-4173-b746-f7402b1178d6" providerId="ADAL" clId="{4B0FE9C7-DE58-4CB9-9D76-03675BE49B00}" dt="2026-05-11T05:05:13.857" v="1" actId="478"/>
          <ac:spMkLst>
            <pc:docMk/>
            <pc:sldMk cId="2222923305" sldId="2147475159"/>
            <ac:spMk id="47" creationId="{00000000-0000-0000-0000-000000000000}"/>
          </ac:spMkLst>
        </pc:spChg>
        <pc:graphicFrameChg chg="add mod">
          <ac:chgData name="사공완(WAN SAGONG)[wan.sagong]/책임/생산기술혁신.인프라.기획팀" userId="2204d2e7-1961-4173-b746-f7402b1178d6" providerId="ADAL" clId="{4B0FE9C7-DE58-4CB9-9D76-03675BE49B00}" dt="2026-05-11T05:05:10.982" v="0"/>
          <ac:graphicFrameMkLst>
            <pc:docMk/>
            <pc:sldMk cId="2222923305" sldId="2147475159"/>
            <ac:graphicFrameMk id="6" creationId="{E90D83D1-05FE-EC18-E346-FAAA557C5D5D}"/>
          </ac:graphicFrameMkLst>
        </pc:graphicFrameChg>
        <pc:graphicFrameChg chg="add mod">
          <ac:chgData name="사공완(WAN SAGONG)[wan.sagong]/책임/생산기술혁신.인프라.기획팀" userId="2204d2e7-1961-4173-b746-f7402b1178d6" providerId="ADAL" clId="{4B0FE9C7-DE58-4CB9-9D76-03675BE49B00}" dt="2026-05-11T05:05:14.064" v="2"/>
          <ac:graphicFrameMkLst>
            <pc:docMk/>
            <pc:sldMk cId="2222923305" sldId="2147475159"/>
            <ac:graphicFrameMk id="11" creationId="{952E2120-FE5E-D489-C329-88EC806CEBEF}"/>
          </ac:graphicFrameMkLst>
        </pc:graphicFrameChg>
        <pc:graphicFrameChg chg="del">
          <ac:chgData name="사공완(WAN SAGONG)[wan.sagong]/책임/생산기술혁신.인프라.기획팀" userId="2204d2e7-1961-4173-b746-f7402b1178d6" providerId="ADAL" clId="{4B0FE9C7-DE58-4CB9-9D76-03675BE49B00}" dt="2026-05-11T05:05:33.391" v="3" actId="478"/>
          <ac:graphicFrameMkLst>
            <pc:docMk/>
            <pc:sldMk cId="2222923305" sldId="2147475159"/>
            <ac:graphicFrameMk id="15" creationId="{FB2934DB-28DE-652B-D26E-6830A0998752}"/>
          </ac:graphicFrameMkLst>
        </pc:graphicFrameChg>
        <pc:cxnChg chg="del mod">
          <ac:chgData name="사공완(WAN SAGONG)[wan.sagong]/책임/생산기술혁신.인프라.기획팀" userId="2204d2e7-1961-4173-b746-f7402b1178d6" providerId="ADAL" clId="{4B0FE9C7-DE58-4CB9-9D76-03675BE49B00}" dt="2026-05-11T05:05:36.612" v="4" actId="478"/>
          <ac:cxnSpMkLst>
            <pc:docMk/>
            <pc:sldMk cId="2222923305" sldId="2147475159"/>
            <ac:cxnSpMk id="17" creationId="{7D9886CF-683F-DE68-7321-3C39649996A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5A9FC-E0F0-41A1-A355-2EC1750A3609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5C7DC-1C23-4D57-A6B7-4EDD441DC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78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BDDC41-D45D-44EB-970E-220564C0CBD1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676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83D46-51CA-3A7D-EDD2-75A2D6B4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D2E231-69AB-B7D3-1844-D873AE761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C7030D-3544-167D-F84A-EF6A10AB5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E57691-582A-C59B-1A2A-9F224B128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BDDC41-D45D-44EB-970E-220564C0CBD1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60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60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65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68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37CDCC-4A71-40B5-A64F-9AB393EC96BF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2026-05-11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30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37CDCC-4A71-40B5-A64F-9AB393EC96BF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2026-05-11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64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37CDCC-4A71-40B5-A64F-9AB393EC96BF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2026-05-11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35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42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01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86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51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64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37CDCC-4A71-40B5-A64F-9AB393EC96BF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2026-05-11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00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11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95596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64468" y="948345"/>
            <a:ext cx="4716524" cy="5748927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8" name="Rectangle 11"/>
          <p:cNvSpPr>
            <a:spLocks noChangeArrowheads="1"/>
          </p:cNvSpPr>
          <p:nvPr/>
        </p:nvSpPr>
        <p:spPr bwMode="auto">
          <a:xfrm>
            <a:off x="1014425" y="800708"/>
            <a:ext cx="3038475" cy="295275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개선 전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046921" y="948345"/>
            <a:ext cx="4736269" cy="5748927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5961112" y="800708"/>
            <a:ext cx="3038475" cy="295275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개선 후</a:t>
            </a:r>
          </a:p>
        </p:txBody>
      </p:sp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241228" y="1337863"/>
            <a:ext cx="1167555" cy="28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이슈 및 배경</a:t>
            </a:r>
          </a:p>
        </p:txBody>
      </p:sp>
      <p:sp>
        <p:nvSpPr>
          <p:cNvPr id="57" name="제목 9"/>
          <p:cNvSpPr txBox="1">
            <a:spLocks/>
          </p:cNvSpPr>
          <p:nvPr/>
        </p:nvSpPr>
        <p:spPr>
          <a:xfrm>
            <a:off x="-87560" y="84264"/>
            <a:ext cx="56166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85725" fontAlgn="ctr">
              <a:spcBef>
                <a:spcPts val="100"/>
              </a:spcBef>
              <a:spcAft>
                <a:spcPct val="0"/>
              </a:spcAft>
              <a:defRPr/>
            </a:pPr>
            <a:r>
              <a:rPr kumimoji="1" lang="ko-KR" alt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 명 </a:t>
            </a:r>
            <a:r>
              <a:rPr kumimoji="1" lang="en-US" altLang="ko-KR" sz="1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kumimoji="1" lang="ko-KR" altLang="en-US" sz="1600" b="1" i="0" u="sng" strike="noStrike" kern="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ㅇㅇㅇ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FD242C-F42B-4AA9-9699-223093B2635C}"/>
              </a:ext>
            </a:extLst>
          </p:cNvPr>
          <p:cNvSpPr/>
          <p:nvPr/>
        </p:nvSpPr>
        <p:spPr>
          <a:xfrm>
            <a:off x="122810" y="381556"/>
            <a:ext cx="6342358" cy="338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22041">
              <a:lnSpc>
                <a:spcPct val="125000"/>
              </a:lnSpc>
              <a:defRPr/>
            </a:pPr>
            <a:r>
              <a:rPr kumimoji="1" lang="ko-KR" altLang="en-US" sz="1400" kern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ㅇㅇㅇ를</a:t>
            </a:r>
            <a:r>
              <a:rPr kumimoji="1" lang="ko-KR" altLang="en-US" sz="14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400" kern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통한ㅇㅇㅇㅇ개선</a:t>
            </a:r>
            <a:r>
              <a:rPr lang="en-US" altLang="ko-KR" sz="14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400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등으로 간략히 요약할 것</a:t>
            </a:r>
            <a:endParaRPr lang="ko-KR" altLang="en-US" sz="14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AAC2B-A2A2-415B-87C4-04C047DB4E85}"/>
              </a:ext>
            </a:extLst>
          </p:cNvPr>
          <p:cNvSpPr txBox="1"/>
          <p:nvPr/>
        </p:nvSpPr>
        <p:spPr>
          <a:xfrm>
            <a:off x="272480" y="1562250"/>
            <a:ext cx="1584180" cy="4985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80975" lvl="0" indent="-180975" latinLnBrk="0">
              <a:spcBef>
                <a:spcPct val="20000"/>
              </a:spcBef>
              <a:defRPr/>
            </a:pPr>
            <a:r>
              <a:rPr kumimoji="0"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• 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OOO</a:t>
            </a:r>
          </a:p>
          <a:p>
            <a:pPr marL="180975" lvl="0" indent="-180975" latinLnBrk="0">
              <a:spcBef>
                <a:spcPct val="20000"/>
              </a:spcBef>
              <a:defRPr/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• OOO</a:t>
            </a:r>
            <a:endParaRPr kumimoji="0" lang="ko-KR" altLang="en-US" sz="1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7536E4-1DE1-4977-9A0D-D25B43D1633D}"/>
              </a:ext>
            </a:extLst>
          </p:cNvPr>
          <p:cNvSpPr txBox="1"/>
          <p:nvPr/>
        </p:nvSpPr>
        <p:spPr bwMode="auto">
          <a:xfrm>
            <a:off x="8081509" y="-5410"/>
            <a:ext cx="1749518" cy="2966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rtlCol="0" anchor="t" anchorCtr="0">
            <a:spAutoFit/>
          </a:bodyPr>
          <a:lstStyle/>
          <a:p>
            <a:pPr marL="87313" indent="-87313" algn="l" defTabSz="7620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인프라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.</a:t>
            </a: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기획팀 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OOO</a:t>
            </a: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책임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E32EC-5027-8EE7-38F4-26B884391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28" y="4151986"/>
            <a:ext cx="1010460" cy="28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기대 효과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F2E94-C15C-5D4C-D54B-27397D401606}"/>
              </a:ext>
            </a:extLst>
          </p:cNvPr>
          <p:cNvSpPr txBox="1"/>
          <p:nvPr/>
        </p:nvSpPr>
        <p:spPr>
          <a:xfrm>
            <a:off x="272480" y="4376374"/>
            <a:ext cx="1584180" cy="4985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80975" lvl="0" indent="-180975" latinLnBrk="0">
              <a:spcBef>
                <a:spcPct val="20000"/>
              </a:spcBef>
              <a:defRPr/>
            </a:pPr>
            <a:r>
              <a:rPr kumimoji="0"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• 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OOO</a:t>
            </a:r>
          </a:p>
          <a:p>
            <a:pPr marL="180975" lvl="0" indent="-180975" latinLnBrk="0">
              <a:spcBef>
                <a:spcPct val="20000"/>
              </a:spcBef>
              <a:defRPr/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• OOO</a:t>
            </a:r>
            <a:endParaRPr kumimoji="0" lang="ko-KR" altLang="en-US" sz="1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98D0B69-7A27-0E6A-F2F8-A9DCD2053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752" y="1337863"/>
            <a:ext cx="960767" cy="28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개선 사항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8A09F-6ACC-F13D-3E51-A0A090568764}"/>
              </a:ext>
            </a:extLst>
          </p:cNvPr>
          <p:cNvSpPr txBox="1"/>
          <p:nvPr/>
        </p:nvSpPr>
        <p:spPr>
          <a:xfrm>
            <a:off x="5218952" y="1562250"/>
            <a:ext cx="2326335" cy="4985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80975" lvl="0" indent="-180975" latinLnBrk="0">
              <a:spcBef>
                <a:spcPct val="20000"/>
              </a:spcBef>
              <a:defRPr/>
            </a:pPr>
            <a:r>
              <a:rPr kumimoji="0"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• 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OOO</a:t>
            </a:r>
          </a:p>
          <a:p>
            <a:pPr marL="180975" lvl="0" indent="-180975" latinLnBrk="0">
              <a:spcBef>
                <a:spcPct val="20000"/>
              </a:spcBef>
              <a:defRPr/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• OOO (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사진첨부 가능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C92A0378-8F4D-ADC6-2AF9-74B7F626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752" y="4149080"/>
            <a:ext cx="960767" cy="28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참여 인원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2E2120-FE5E-D489-C329-88EC806CE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290461"/>
              </p:ext>
            </p:extLst>
          </p:nvPr>
        </p:nvGraphicFramePr>
        <p:xfrm>
          <a:off x="5119876" y="4512026"/>
          <a:ext cx="4589593" cy="14260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975">
                  <a:extLst>
                    <a:ext uri="{9D8B030D-6E8A-4147-A177-3AD203B41FA5}">
                      <a16:colId xmlns:a16="http://schemas.microsoft.com/office/drawing/2014/main" val="1232991907"/>
                    </a:ext>
                  </a:extLst>
                </a:gridCol>
                <a:gridCol w="754610">
                  <a:extLst>
                    <a:ext uri="{9D8B030D-6E8A-4147-A177-3AD203B41FA5}">
                      <a16:colId xmlns:a16="http://schemas.microsoft.com/office/drawing/2014/main" val="1270726792"/>
                    </a:ext>
                  </a:extLst>
                </a:gridCol>
                <a:gridCol w="985255">
                  <a:extLst>
                    <a:ext uri="{9D8B030D-6E8A-4147-A177-3AD203B41FA5}">
                      <a16:colId xmlns:a16="http://schemas.microsoft.com/office/drawing/2014/main" val="3136485219"/>
                    </a:ext>
                  </a:extLst>
                </a:gridCol>
                <a:gridCol w="2500753">
                  <a:extLst>
                    <a:ext uri="{9D8B030D-6E8A-4147-A177-3AD203B41FA5}">
                      <a16:colId xmlns:a16="http://schemas.microsoft.com/office/drawing/2014/main" val="1348041018"/>
                    </a:ext>
                  </a:extLst>
                </a:gridCol>
              </a:tblGrid>
              <a:tr h="2562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소속명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</a:t>
                      </a:r>
                      <a:r>
                        <a:rPr lang="en-US" altLang="ko-KR" sz="1000" b="1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기여 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038336"/>
                  </a:ext>
                </a:extLst>
              </a:tr>
              <a:tr h="2339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878458"/>
                  </a:ext>
                </a:extLst>
              </a:tr>
              <a:tr h="2339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796911"/>
                  </a:ext>
                </a:extLst>
              </a:tr>
              <a:tr h="2339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929694"/>
                  </a:ext>
                </a:extLst>
              </a:tr>
              <a:tr h="2339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658093"/>
                  </a:ext>
                </a:extLst>
              </a:tr>
              <a:tr h="2339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393" marR="4393" marT="43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12729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1936E9-FB2F-38B9-0274-F8092EE4E2E5}"/>
              </a:ext>
            </a:extLst>
          </p:cNvPr>
          <p:cNvSpPr/>
          <p:nvPr/>
        </p:nvSpPr>
        <p:spPr bwMode="gray">
          <a:xfrm>
            <a:off x="5326823" y="6083295"/>
            <a:ext cx="2866538" cy="154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atinLnBrk="0">
              <a:lnSpc>
                <a:spcPct val="120000"/>
              </a:lnSpc>
              <a:spcBef>
                <a:spcPct val="20000"/>
              </a:spcBef>
            </a:pPr>
            <a:r>
              <a:rPr kumimoji="1" lang="en-US" altLang="ko-KR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* </a:t>
            </a:r>
            <a:r>
              <a:rPr kumimoji="1" lang="ko-KR" altLang="en-US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개인 참여시 </a:t>
            </a:r>
            <a:r>
              <a:rPr kumimoji="1" lang="en-US" altLang="ko-KR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kumimoji="1" lang="ko-KR" altLang="en-US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명 만 기입</a:t>
            </a:r>
            <a:endParaRPr kumimoji="1" lang="en-US" altLang="ko-KR" sz="900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9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E747-BED5-F364-D473-D05B5F5B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9">
            <a:extLst>
              <a:ext uri="{FF2B5EF4-FFF2-40B4-BE49-F238E27FC236}">
                <a16:creationId xmlns:a16="http://schemas.microsoft.com/office/drawing/2014/main" id="{2D6CE8FA-66DA-8778-C084-5CFDBAFE77F4}"/>
              </a:ext>
            </a:extLst>
          </p:cNvPr>
          <p:cNvSpPr txBox="1">
            <a:spLocks/>
          </p:cNvSpPr>
          <p:nvPr/>
        </p:nvSpPr>
        <p:spPr>
          <a:xfrm>
            <a:off x="-87560" y="84264"/>
            <a:ext cx="56166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85725" fontAlgn="ctr">
              <a:spcBef>
                <a:spcPts val="100"/>
              </a:spcBef>
              <a:spcAft>
                <a:spcPct val="0"/>
              </a:spcAft>
              <a:defRPr/>
            </a:pPr>
            <a:r>
              <a:rPr kumimoji="1" lang="ko-KR" alt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보조</a:t>
            </a:r>
            <a:r>
              <a:rPr kumimoji="1" lang="en-US" altLang="ko-KR" sz="16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                     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2E5A3C-6FAF-C72F-58EB-A330432729ED}"/>
              </a:ext>
            </a:extLst>
          </p:cNvPr>
          <p:cNvSpPr txBox="1"/>
          <p:nvPr/>
        </p:nvSpPr>
        <p:spPr bwMode="auto">
          <a:xfrm>
            <a:off x="8081509" y="-5410"/>
            <a:ext cx="1749518" cy="2966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rtlCol="0" anchor="t" anchorCtr="0">
            <a:spAutoFit/>
          </a:bodyPr>
          <a:lstStyle/>
          <a:p>
            <a:pPr marL="87313" indent="-87313" algn="l" defTabSz="762000" fontAlgn="base">
              <a:lnSpc>
                <a:spcPct val="12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인프라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.</a:t>
            </a: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기획팀 </a:t>
            </a:r>
            <a:r>
              <a:rPr kumimoji="1" lang="en-US" altLang="ko-KR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OOO</a:t>
            </a:r>
            <a:r>
              <a:rPr kumimoji="1" lang="ko-KR" altLang="en-US" sz="12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책임</a:t>
            </a:r>
          </a:p>
        </p:txBody>
      </p:sp>
    </p:spTree>
    <p:extLst>
      <p:ext uri="{BB962C8B-B14F-4D97-AF65-F5344CB8AC3E}">
        <p14:creationId xmlns:p14="http://schemas.microsoft.com/office/powerpoint/2010/main" val="1355631762"/>
      </p:ext>
    </p:extLst>
  </p:cSld>
  <p:clrMapOvr>
    <a:masterClrMapping/>
  </p:clrMapOvr>
</p:sld>
</file>

<file path=ppt/theme/theme1.xml><?xml version="1.0" encoding="utf-8"?>
<a:theme xmlns:a="http://schemas.openxmlformats.org/drawingml/2006/main" name="8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1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2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기본 디자인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sz="1400" dirty="0" smtClean="0">
            <a:latin typeface="LG스마트체 Light" panose="020B0600000101010101" pitchFamily="50" charset="-127"/>
            <a:ea typeface="LG스마트체 Light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48a40c-6484-4b4f-a35a-90c2e50002fc" xsi:nil="true"/>
    <lcf76f155ced4ddcb4097134ff3c332f xmlns="8a281031-28b8-4895-af20-2dbcd09b6c2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989299D8989E94597A7336947902981" ma:contentTypeVersion="13" ma:contentTypeDescription="새 문서를 만듭니다." ma:contentTypeScope="" ma:versionID="05311445f31e98ff2fbc14a71ba03bd5">
  <xsd:schema xmlns:xsd="http://www.w3.org/2001/XMLSchema" xmlns:xs="http://www.w3.org/2001/XMLSchema" xmlns:p="http://schemas.microsoft.com/office/2006/metadata/properties" xmlns:ns2="8a281031-28b8-4895-af20-2dbcd09b6c2d" xmlns:ns3="7b48a40c-6484-4b4f-a35a-90c2e50002fc" targetNamespace="http://schemas.microsoft.com/office/2006/metadata/properties" ma:root="true" ma:fieldsID="a8c8ec26fd8636fd42ff1f13480d9030" ns2:_="" ns3:_="">
    <xsd:import namespace="8a281031-28b8-4895-af20-2dbcd09b6c2d"/>
    <xsd:import namespace="7b48a40c-6484-4b4f-a35a-90c2e50002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81031-28b8-4895-af20-2dbcd09b6c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8a40c-6484-4b4f-a35a-90c2e50002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a1969a3-9ac2-4e4f-9e0f-d8a221bb057c}" ma:internalName="TaxCatchAll" ma:showField="CatchAllData" ma:web="7b48a40c-6484-4b4f-a35a-90c2e5000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1890D6-875A-46DC-ABDF-A864A97A38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F3D59D-3488-42DD-AF42-44629193F660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7b48a40c-6484-4b4f-a35a-90c2e50002fc"/>
    <ds:schemaRef ds:uri="8a281031-28b8-4895-af20-2dbcd09b6c2d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9640841-43EB-4B38-8318-EF5D24810C2C}"/>
</file>

<file path=docProps/app.xml><?xml version="1.0" encoding="utf-8"?>
<Properties xmlns="http://schemas.openxmlformats.org/officeDocument/2006/extended-properties" xmlns:vt="http://schemas.openxmlformats.org/officeDocument/2006/docPropsVTypes">
  <TotalTime>17614</TotalTime>
  <Words>82</Words>
  <Application>Microsoft Office PowerPoint</Application>
  <PresentationFormat>A4 용지(210x297mm)</PresentationFormat>
  <Paragraphs>29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7</vt:i4>
      </vt:variant>
      <vt:variant>
        <vt:lpstr>슬라이드 제목</vt:lpstr>
      </vt:variant>
      <vt:variant>
        <vt:i4>2</vt:i4>
      </vt:variant>
    </vt:vector>
  </HeadingPairs>
  <TitlesOfParts>
    <vt:vector size="15" baseType="lpstr">
      <vt:lpstr>LG스마트체 Regular</vt:lpstr>
      <vt:lpstr>굴림</vt:lpstr>
      <vt:lpstr>맑은 고딕</vt:lpstr>
      <vt:lpstr>Arial</vt:lpstr>
      <vt:lpstr>Arial Narrow</vt:lpstr>
      <vt:lpstr>Wingdings</vt:lpstr>
      <vt:lpstr>8_기본 디자인</vt:lpstr>
      <vt:lpstr>9_기본 디자인</vt:lpstr>
      <vt:lpstr>10_기본 디자인</vt:lpstr>
      <vt:lpstr>11_기본 디자인</vt:lpstr>
      <vt:lpstr>1_Office 테마</vt:lpstr>
      <vt:lpstr>12_기본 디자인</vt:lpstr>
      <vt:lpstr>5_기본 디자인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홍종길/spyshong/전지.경영전략.경영혁신팀</dc:creator>
  <cp:lastModifiedBy>사공완(WAN SAGONG)[wan.sagong]</cp:lastModifiedBy>
  <cp:revision>263</cp:revision>
  <cp:lastPrinted>2020-11-24T00:04:45Z</cp:lastPrinted>
  <dcterms:created xsi:type="dcterms:W3CDTF">2020-04-09T00:08:58Z</dcterms:created>
  <dcterms:modified xsi:type="dcterms:W3CDTF">2026-05-11T05:05:51Z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0x0101004989299D8989E94597A7336947902981</vt:lpwstr>
  </property>
  <property fmtid="{D5CDD505-2E9C-101B-9397-08002B2CF9AE}" pid="3" name="MediaServiceImageTags">
    <vt:lpwstr/>
  </property>
</Properties>
</file>