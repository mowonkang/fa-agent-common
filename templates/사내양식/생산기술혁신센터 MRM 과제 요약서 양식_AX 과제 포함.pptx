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3.xml" ContentType="application/vnd.openxmlformats-officedocument.theme+xml"/>
  <Override PartName="/ppt/slideLayouts/slideLayout22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60" r:id="rId4"/>
    <p:sldMasterId id="2147483683" r:id="rId5"/>
    <p:sldMasterId id="2147483707" r:id="rId6"/>
    <p:sldMasterId id="2147483732" r:id="rId7"/>
  </p:sldMasterIdLst>
  <p:notesMasterIdLst>
    <p:notesMasterId r:id="rId10"/>
  </p:notesMasterIdLst>
  <p:handoutMasterIdLst>
    <p:handoutMasterId r:id="rId11"/>
  </p:handoutMasterIdLst>
  <p:sldIdLst>
    <p:sldId id="2147483313" r:id="rId8"/>
    <p:sldId id="2147483306" r:id="rId9"/>
  </p:sldIdLst>
  <p:sldSz cx="9906000" cy="6858000" type="A4"/>
  <p:notesSz cx="6735763" cy="9866313"/>
  <p:defaultTextStyle>
    <a:defPPr>
      <a:defRPr lang="ko-KR"/>
    </a:defPPr>
    <a:lvl1pPr algn="ctr" rtl="0" fontAlgn="base" latinLnBrk="1">
      <a:spcBef>
        <a:spcPct val="0"/>
      </a:spcBef>
      <a:spcAft>
        <a:spcPct val="0"/>
      </a:spcAft>
      <a:buFont typeface="Wingdings" pitchFamily="2" charset="2"/>
      <a:defRPr kumimoji="1" sz="1100" kern="1200">
        <a:solidFill>
          <a:schemeClr val="tx1"/>
        </a:solidFill>
        <a:latin typeface="Arial" charset="0"/>
        <a:ea typeface="돋움" pitchFamily="50" charset="-127"/>
        <a:cs typeface="+mn-cs"/>
        <a:sym typeface="Wingdings" pitchFamily="2" charset="2"/>
      </a:defRPr>
    </a:lvl1pPr>
    <a:lvl2pPr marL="457200" algn="ctr" rtl="0" fontAlgn="base" latinLnBrk="1">
      <a:spcBef>
        <a:spcPct val="0"/>
      </a:spcBef>
      <a:spcAft>
        <a:spcPct val="0"/>
      </a:spcAft>
      <a:buFont typeface="Wingdings" pitchFamily="2" charset="2"/>
      <a:defRPr kumimoji="1" sz="1100" kern="1200">
        <a:solidFill>
          <a:schemeClr val="tx1"/>
        </a:solidFill>
        <a:latin typeface="Arial" charset="0"/>
        <a:ea typeface="돋움" pitchFamily="50" charset="-127"/>
        <a:cs typeface="+mn-cs"/>
        <a:sym typeface="Wingdings" pitchFamily="2" charset="2"/>
      </a:defRPr>
    </a:lvl2pPr>
    <a:lvl3pPr marL="914400" algn="ctr" rtl="0" fontAlgn="base" latinLnBrk="1">
      <a:spcBef>
        <a:spcPct val="0"/>
      </a:spcBef>
      <a:spcAft>
        <a:spcPct val="0"/>
      </a:spcAft>
      <a:buFont typeface="Wingdings" pitchFamily="2" charset="2"/>
      <a:defRPr kumimoji="1" sz="1100" kern="1200">
        <a:solidFill>
          <a:schemeClr val="tx1"/>
        </a:solidFill>
        <a:latin typeface="Arial" charset="0"/>
        <a:ea typeface="돋움" pitchFamily="50" charset="-127"/>
        <a:cs typeface="+mn-cs"/>
        <a:sym typeface="Wingdings" pitchFamily="2" charset="2"/>
      </a:defRPr>
    </a:lvl3pPr>
    <a:lvl4pPr marL="1371600" algn="ctr" rtl="0" fontAlgn="base" latinLnBrk="1">
      <a:spcBef>
        <a:spcPct val="0"/>
      </a:spcBef>
      <a:spcAft>
        <a:spcPct val="0"/>
      </a:spcAft>
      <a:buFont typeface="Wingdings" pitchFamily="2" charset="2"/>
      <a:defRPr kumimoji="1" sz="1100" kern="1200">
        <a:solidFill>
          <a:schemeClr val="tx1"/>
        </a:solidFill>
        <a:latin typeface="Arial" charset="0"/>
        <a:ea typeface="돋움" pitchFamily="50" charset="-127"/>
        <a:cs typeface="+mn-cs"/>
        <a:sym typeface="Wingdings" pitchFamily="2" charset="2"/>
      </a:defRPr>
    </a:lvl4pPr>
    <a:lvl5pPr marL="1828800" algn="ctr" rtl="0" fontAlgn="base" latinLnBrk="1">
      <a:spcBef>
        <a:spcPct val="0"/>
      </a:spcBef>
      <a:spcAft>
        <a:spcPct val="0"/>
      </a:spcAft>
      <a:buFont typeface="Wingdings" pitchFamily="2" charset="2"/>
      <a:defRPr kumimoji="1" sz="1100" kern="1200">
        <a:solidFill>
          <a:schemeClr val="tx1"/>
        </a:solidFill>
        <a:latin typeface="Arial" charset="0"/>
        <a:ea typeface="돋움" pitchFamily="50" charset="-127"/>
        <a:cs typeface="+mn-cs"/>
        <a:sym typeface="Wingdings" pitchFamily="2" charset="2"/>
      </a:defRPr>
    </a:lvl5pPr>
    <a:lvl6pPr marL="2286000" algn="l" defTabSz="914400" rtl="0" eaLnBrk="1" latinLnBrk="1" hangingPunct="1">
      <a:defRPr kumimoji="1" sz="1100" kern="1200">
        <a:solidFill>
          <a:schemeClr val="tx1"/>
        </a:solidFill>
        <a:latin typeface="Arial" charset="0"/>
        <a:ea typeface="돋움" pitchFamily="50" charset="-127"/>
        <a:cs typeface="+mn-cs"/>
        <a:sym typeface="Wingdings" pitchFamily="2" charset="2"/>
      </a:defRPr>
    </a:lvl6pPr>
    <a:lvl7pPr marL="2743200" algn="l" defTabSz="914400" rtl="0" eaLnBrk="1" latinLnBrk="1" hangingPunct="1">
      <a:defRPr kumimoji="1" sz="1100" kern="1200">
        <a:solidFill>
          <a:schemeClr val="tx1"/>
        </a:solidFill>
        <a:latin typeface="Arial" charset="0"/>
        <a:ea typeface="돋움" pitchFamily="50" charset="-127"/>
        <a:cs typeface="+mn-cs"/>
        <a:sym typeface="Wingdings" pitchFamily="2" charset="2"/>
      </a:defRPr>
    </a:lvl7pPr>
    <a:lvl8pPr marL="3200400" algn="l" defTabSz="914400" rtl="0" eaLnBrk="1" latinLnBrk="1" hangingPunct="1">
      <a:defRPr kumimoji="1" sz="1100" kern="1200">
        <a:solidFill>
          <a:schemeClr val="tx1"/>
        </a:solidFill>
        <a:latin typeface="Arial" charset="0"/>
        <a:ea typeface="돋움" pitchFamily="50" charset="-127"/>
        <a:cs typeface="+mn-cs"/>
        <a:sym typeface="Wingdings" pitchFamily="2" charset="2"/>
      </a:defRPr>
    </a:lvl8pPr>
    <a:lvl9pPr marL="3657600" algn="l" defTabSz="914400" rtl="0" eaLnBrk="1" latinLnBrk="1" hangingPunct="1">
      <a:defRPr kumimoji="1" sz="1100" kern="1200">
        <a:solidFill>
          <a:schemeClr val="tx1"/>
        </a:solidFill>
        <a:latin typeface="Arial" charset="0"/>
        <a:ea typeface="돋움" pitchFamily="50" charset="-127"/>
        <a:cs typeface="+mn-cs"/>
        <a:sym typeface="Wingdings" pitchFamily="2" charset="2"/>
      </a:defRPr>
    </a:lvl9pPr>
  </p:defaultTextStyle>
  <p:extLst>
    <p:ext uri="{521415D9-36F7-43E2-AB2F-B90AF26B5E84}">
      <p14:sectionLst xmlns:p14="http://schemas.microsoft.com/office/powerpoint/2010/main">
        <p14:section name="기본 구역" id="{93939823-1955-4468-9AF0-F3EAC83C92FE}">
          <p14:sldIdLst>
            <p14:sldId id="2147483313"/>
          </p14:sldIdLst>
        </p14:section>
        <p14:section name="유첨 (선택사항)" id="{34ED045D-57D4-42D7-A237-B1646F9B2D0F}">
          <p14:sldIdLst>
            <p14:sldId id="214748330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754" userDrawn="1">
          <p15:clr>
            <a:srgbClr val="A4A3A4"/>
          </p15:clr>
        </p15:guide>
        <p15:guide id="2" orient="horz" pos="4065" userDrawn="1">
          <p15:clr>
            <a:srgbClr val="A4A3A4"/>
          </p15:clr>
        </p15:guide>
        <p15:guide id="3" orient="horz" pos="527" userDrawn="1">
          <p15:clr>
            <a:srgbClr val="A4A3A4"/>
          </p15:clr>
        </p15:guide>
        <p15:guide id="4" pos="6068" userDrawn="1">
          <p15:clr>
            <a:srgbClr val="A4A3A4"/>
          </p15:clr>
        </p15:guide>
        <p15:guide id="5" pos="3710" userDrawn="1">
          <p15:clr>
            <a:srgbClr val="A4A3A4"/>
          </p15:clr>
        </p15:guide>
        <p15:guide id="6" pos="988" userDrawn="1">
          <p15:clr>
            <a:srgbClr val="A4A3A4"/>
          </p15:clr>
        </p15:guide>
        <p15:guide id="7" pos="3120" userDrawn="1">
          <p15:clr>
            <a:srgbClr val="A4A3A4"/>
          </p15:clr>
        </p15:guide>
        <p15:guide id="8" pos="4912" userDrawn="1">
          <p15:clr>
            <a:srgbClr val="A4A3A4"/>
          </p15:clr>
        </p15:guide>
        <p15:guide id="9" pos="5564" userDrawn="1">
          <p15:clr>
            <a:srgbClr val="A4A3A4"/>
          </p15:clr>
        </p15:guide>
        <p15:guide id="10" pos="4163" userDrawn="1">
          <p15:clr>
            <a:srgbClr val="A4A3A4"/>
          </p15:clr>
        </p15:guide>
        <p15:guide id="11" pos="1805" userDrawn="1">
          <p15:clr>
            <a:srgbClr val="A4A3A4"/>
          </p15:clr>
        </p15:guide>
        <p15:guide id="12" orient="horz" pos="300" userDrawn="1">
          <p15:clr>
            <a:srgbClr val="A4A3A4"/>
          </p15:clr>
        </p15:guide>
        <p15:guide id="13" pos="126" userDrawn="1">
          <p15:clr>
            <a:srgbClr val="A4A3A4"/>
          </p15:clr>
        </p15:guide>
        <p15:guide id="14" orient="horz" pos="323" userDrawn="1">
          <p15:clr>
            <a:srgbClr val="A4A3A4"/>
          </p15:clr>
        </p15:guide>
        <p15:guide id="15" pos="172" userDrawn="1">
          <p15:clr>
            <a:srgbClr val="A4A3A4"/>
          </p15:clr>
        </p15:guide>
        <p15:guide id="16" pos="3165" userDrawn="1">
          <p15:clr>
            <a:srgbClr val="A4A3A4"/>
          </p15:clr>
        </p15:guide>
        <p15:guide id="17" pos="81" userDrawn="1">
          <p15:clr>
            <a:srgbClr val="A4A3A4"/>
          </p15:clr>
        </p15:guide>
        <p15:guide id="18" pos="3211" userDrawn="1">
          <p15:clr>
            <a:srgbClr val="A4A3A4"/>
          </p15:clr>
        </p15:guide>
        <p15:guide id="19" pos="61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08" userDrawn="1">
          <p15:clr>
            <a:srgbClr val="A4A3A4"/>
          </p15:clr>
        </p15:guide>
        <p15:guide id="2" pos="2122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권민희(Minhee Kwon)[kwonmin]/책임/자동차.생산.Operation.파우치형Manual팀" initials="권K" lastIdx="3" clrIdx="0">
    <p:extLst>
      <p:ext uri="{19B8F6BF-5375-455C-9EA6-DF929625EA0E}">
        <p15:presenceInfo xmlns:p15="http://schemas.microsoft.com/office/powerpoint/2012/main" userId="S-1-5-21-886851358-1450416589-2733106619-2189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0000"/>
    <a:srgbClr val="006600"/>
    <a:srgbClr val="FF3399"/>
    <a:srgbClr val="FFCC66"/>
    <a:srgbClr val="BEE395"/>
    <a:srgbClr val="FFFFCC"/>
    <a:srgbClr val="238D55"/>
    <a:srgbClr val="B2B2B2"/>
    <a:srgbClr val="33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226" autoAdjust="0"/>
    <p:restoredTop sz="96253" autoAdjust="0"/>
  </p:normalViewPr>
  <p:slideViewPr>
    <p:cSldViewPr snapToGrid="0">
      <p:cViewPr varScale="1">
        <p:scale>
          <a:sx n="110" d="100"/>
          <a:sy n="110" d="100"/>
        </p:scale>
        <p:origin x="114" y="204"/>
      </p:cViewPr>
      <p:guideLst>
        <p:guide orient="horz" pos="754"/>
        <p:guide orient="horz" pos="4065"/>
        <p:guide orient="horz" pos="527"/>
        <p:guide pos="6068"/>
        <p:guide pos="3710"/>
        <p:guide pos="988"/>
        <p:guide pos="3120"/>
        <p:guide pos="4912"/>
        <p:guide pos="5564"/>
        <p:guide pos="4163"/>
        <p:guide pos="1805"/>
        <p:guide orient="horz" pos="300"/>
        <p:guide pos="126"/>
        <p:guide orient="horz" pos="323"/>
        <p:guide pos="172"/>
        <p:guide pos="3165"/>
        <p:guide pos="81"/>
        <p:guide pos="3211"/>
        <p:guide pos="613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66" d="100"/>
        <a:sy n="66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81" d="100"/>
          <a:sy n="81" d="100"/>
        </p:scale>
        <p:origin x="3156" y="102"/>
      </p:cViewPr>
      <p:guideLst>
        <p:guide orient="horz" pos="3108"/>
        <p:guide pos="2122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4.xml"/><Relationship Id="rId12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handoutMaster" Target="handoutMasters/handoutMaster1.xml"/><Relationship Id="rId5" Type="http://schemas.openxmlformats.org/officeDocument/2006/relationships/slideMaster" Target="slideMasters/slideMaster2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2"/>
            <a:ext cx="2919565" cy="4933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031" tIns="45516" rIns="91031" bIns="45516" numCol="1" anchor="t" anchorCtr="0" compatLnSpc="1">
            <a:prstTxWarp prst="textNoShape">
              <a:avLst/>
            </a:prstTxWarp>
          </a:bodyPr>
          <a:lstStyle>
            <a:lvl1pPr algn="l">
              <a:buFontTx/>
              <a:buNone/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8841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14627" y="2"/>
            <a:ext cx="2919565" cy="4933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031" tIns="45516" rIns="91031" bIns="45516" numCol="1" anchor="t" anchorCtr="0" compatLnSpc="1">
            <a:prstTxWarp prst="textNoShape">
              <a:avLst/>
            </a:prstTxWarp>
          </a:bodyPr>
          <a:lstStyle>
            <a:lvl1pPr algn="r">
              <a:buFontTx/>
              <a:buNone/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8842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2" y="9371413"/>
            <a:ext cx="2919565" cy="4933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031" tIns="45516" rIns="91031" bIns="45516" numCol="1" anchor="b" anchorCtr="0" compatLnSpc="1">
            <a:prstTxWarp prst="textNoShape">
              <a:avLst/>
            </a:prstTxWarp>
          </a:bodyPr>
          <a:lstStyle>
            <a:lvl1pPr algn="l">
              <a:buFontTx/>
              <a:buNone/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8842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14627" y="9371413"/>
            <a:ext cx="2919565" cy="4933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031" tIns="45516" rIns="91031" bIns="45516" numCol="1" anchor="b" anchorCtr="0" compatLnSpc="1">
            <a:prstTxWarp prst="textNoShape">
              <a:avLst/>
            </a:prstTxWarp>
          </a:bodyPr>
          <a:lstStyle>
            <a:lvl1pPr algn="r">
              <a:buFontTx/>
              <a:buNone/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F1B48F4F-7E07-40B8-A514-8A398A7D9CC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204094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2"/>
            <a:ext cx="2919565" cy="4933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031" tIns="45516" rIns="91031" bIns="45516" numCol="1" anchor="t" anchorCtr="0" compatLnSpc="1">
            <a:prstTxWarp prst="textNoShape">
              <a:avLst/>
            </a:prstTxWarp>
          </a:bodyPr>
          <a:lstStyle>
            <a:lvl1pPr algn="l">
              <a:buFontTx/>
              <a:buNone/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14627" y="2"/>
            <a:ext cx="2919565" cy="4933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031" tIns="45516" rIns="91031" bIns="45516" numCol="1" anchor="t" anchorCtr="0" compatLnSpc="1">
            <a:prstTxWarp prst="textNoShape">
              <a:avLst/>
            </a:prstTxWarp>
          </a:bodyPr>
          <a:lstStyle>
            <a:lvl1pPr algn="r">
              <a:buFontTx/>
              <a:buNone/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97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698500" y="741363"/>
            <a:ext cx="5338763" cy="36972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3262" y="4687292"/>
            <a:ext cx="5389240" cy="44398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031" tIns="45516" rIns="91031" bIns="4551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371413"/>
            <a:ext cx="2919565" cy="4933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031" tIns="45516" rIns="91031" bIns="45516" numCol="1" anchor="b" anchorCtr="0" compatLnSpc="1">
            <a:prstTxWarp prst="textNoShape">
              <a:avLst/>
            </a:prstTxWarp>
          </a:bodyPr>
          <a:lstStyle>
            <a:lvl1pPr algn="l">
              <a:buFontTx/>
              <a:buNone/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14627" y="9371413"/>
            <a:ext cx="2919565" cy="4933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031" tIns="45516" rIns="91031" bIns="45516" numCol="1" anchor="b" anchorCtr="0" compatLnSpc="1">
            <a:prstTxWarp prst="textNoShape">
              <a:avLst/>
            </a:prstTxWarp>
          </a:bodyPr>
          <a:lstStyle>
            <a:lvl1pPr algn="r">
              <a:buFontTx/>
              <a:buNone/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E3F614EE-E759-4383-8FFB-63C5E1C30F1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1352811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27"/>
            <a:ext cx="84201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523785-7BE6-4EEB-B3B4-869511721753}" type="datetimeFigureOut">
              <a:rPr lang="ko-KR" altLang="en-US"/>
              <a:pPr>
                <a:defRPr/>
              </a:pPr>
              <a:t>2026-05-12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092710-8792-46D4-B3D3-B47317D278E6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36270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D548BE-00AE-4EBE-ACF7-30FE358779A2}" type="datetimeFigureOut">
              <a:rPr lang="ko-KR" altLang="en-US"/>
              <a:pPr>
                <a:defRPr/>
              </a:pPr>
              <a:t>2026-05-12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5CDD7F-08C0-4FFA-A162-A9F27684F3F2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70125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2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1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2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3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4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5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6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8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9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DB0FF7-DA13-4BFB-8667-FE720F111969}" type="datetimeFigureOut">
              <a:rPr lang="ko-KR" altLang="en-US"/>
              <a:pPr>
                <a:defRPr/>
              </a:pPr>
              <a:t>2026-05-12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C7FB68-BA20-4D2B-B138-A5E8521E5EFA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97798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600202"/>
            <a:ext cx="43815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9201" y="1600202"/>
            <a:ext cx="43815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5D0960-511C-4D5D-A0C9-6E1A7F0412D0}" type="datetimeFigureOut">
              <a:rPr lang="ko-KR" altLang="en-US"/>
              <a:pPr>
                <a:defRPr/>
              </a:pPr>
              <a:t>2026-05-12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D177ED-756B-481B-8956-492B72BBC313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69521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12" indent="0">
              <a:buNone/>
              <a:defRPr sz="2000" b="1"/>
            </a:lvl2pPr>
            <a:lvl3pPr marL="914423" indent="0">
              <a:buNone/>
              <a:defRPr sz="1800" b="1"/>
            </a:lvl3pPr>
            <a:lvl4pPr marL="1371634" indent="0">
              <a:buNone/>
              <a:defRPr sz="1600" b="1"/>
            </a:lvl4pPr>
            <a:lvl5pPr marL="1828846" indent="0">
              <a:buNone/>
              <a:defRPr sz="1600" b="1"/>
            </a:lvl5pPr>
            <a:lvl6pPr marL="2286057" indent="0">
              <a:buNone/>
              <a:defRPr sz="1600" b="1"/>
            </a:lvl6pPr>
            <a:lvl7pPr marL="2743269" indent="0">
              <a:buNone/>
              <a:defRPr sz="1600" b="1"/>
            </a:lvl7pPr>
            <a:lvl8pPr marL="3200480" indent="0">
              <a:buNone/>
              <a:defRPr sz="1600" b="1"/>
            </a:lvl8pPr>
            <a:lvl9pPr marL="3657691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76" y="1535113"/>
            <a:ext cx="437832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12" indent="0">
              <a:buNone/>
              <a:defRPr sz="2000" b="1"/>
            </a:lvl2pPr>
            <a:lvl3pPr marL="914423" indent="0">
              <a:buNone/>
              <a:defRPr sz="1800" b="1"/>
            </a:lvl3pPr>
            <a:lvl4pPr marL="1371634" indent="0">
              <a:buNone/>
              <a:defRPr sz="1600" b="1"/>
            </a:lvl4pPr>
            <a:lvl5pPr marL="1828846" indent="0">
              <a:buNone/>
              <a:defRPr sz="1600" b="1"/>
            </a:lvl5pPr>
            <a:lvl6pPr marL="2286057" indent="0">
              <a:buNone/>
              <a:defRPr sz="1600" b="1"/>
            </a:lvl6pPr>
            <a:lvl7pPr marL="2743269" indent="0">
              <a:buNone/>
              <a:defRPr sz="1600" b="1"/>
            </a:lvl7pPr>
            <a:lvl8pPr marL="3200480" indent="0">
              <a:buNone/>
              <a:defRPr sz="1600" b="1"/>
            </a:lvl8pPr>
            <a:lvl9pPr marL="3657691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76" y="2174875"/>
            <a:ext cx="437832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89B0FE-5B71-41C0-884F-5837122E962A}" type="datetimeFigureOut">
              <a:rPr lang="ko-KR" altLang="en-US"/>
              <a:pPr>
                <a:defRPr/>
              </a:pPr>
              <a:t>2026-05-12</a:t>
            </a:fld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61A1BF-499D-4410-BE42-E17B35A07F6E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17604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8C70B5-3197-4B57-8105-E01D5CACECA7}" type="datetimeFigureOut">
              <a:rPr lang="ko-KR" altLang="en-US"/>
              <a:pPr>
                <a:defRPr/>
              </a:pPr>
              <a:t>2026-05-12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1EDFA6-6B62-4027-860E-FC450E45E0A8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61035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458387-8D1A-4909-9D58-3DB6610B3715}" type="datetimeFigureOut">
              <a:rPr lang="ko-KR" altLang="en-US"/>
              <a:pPr>
                <a:defRPr/>
              </a:pPr>
              <a:t>2026-05-12</a:t>
            </a:fld>
            <a:endParaRPr lang="ko-KR" altLang="en-US"/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6F42C4-905C-4ED6-9458-8510A027BE30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35795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1" y="273050"/>
            <a:ext cx="3259138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1" y="273052"/>
            <a:ext cx="55372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1" y="1435102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12" indent="0">
              <a:buNone/>
              <a:defRPr sz="1200"/>
            </a:lvl2pPr>
            <a:lvl3pPr marL="914423" indent="0">
              <a:buNone/>
              <a:defRPr sz="1000"/>
            </a:lvl3pPr>
            <a:lvl4pPr marL="1371634" indent="0">
              <a:buNone/>
              <a:defRPr sz="900"/>
            </a:lvl4pPr>
            <a:lvl5pPr marL="1828846" indent="0">
              <a:buNone/>
              <a:defRPr sz="900"/>
            </a:lvl5pPr>
            <a:lvl6pPr marL="2286057" indent="0">
              <a:buNone/>
              <a:defRPr sz="900"/>
            </a:lvl6pPr>
            <a:lvl7pPr marL="2743269" indent="0">
              <a:buNone/>
              <a:defRPr sz="900"/>
            </a:lvl7pPr>
            <a:lvl8pPr marL="3200480" indent="0">
              <a:buNone/>
              <a:defRPr sz="900"/>
            </a:lvl8pPr>
            <a:lvl9pPr marL="3657691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BBBBB9-E18E-4BE7-971A-25620F33C856}" type="datetimeFigureOut">
              <a:rPr lang="ko-KR" altLang="en-US"/>
              <a:pPr>
                <a:defRPr/>
              </a:pPr>
              <a:t>2026-05-12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F599D3-1627-4A71-B35C-F5B44EF1DA7C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80191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12" indent="0">
              <a:buNone/>
              <a:defRPr sz="2800"/>
            </a:lvl2pPr>
            <a:lvl3pPr marL="914423" indent="0">
              <a:buNone/>
              <a:defRPr sz="2400"/>
            </a:lvl3pPr>
            <a:lvl4pPr marL="1371634" indent="0">
              <a:buNone/>
              <a:defRPr sz="2000"/>
            </a:lvl4pPr>
            <a:lvl5pPr marL="1828846" indent="0">
              <a:buNone/>
              <a:defRPr sz="2000"/>
            </a:lvl5pPr>
            <a:lvl6pPr marL="2286057" indent="0">
              <a:buNone/>
              <a:defRPr sz="2000"/>
            </a:lvl6pPr>
            <a:lvl7pPr marL="2743269" indent="0">
              <a:buNone/>
              <a:defRPr sz="2000"/>
            </a:lvl7pPr>
            <a:lvl8pPr marL="3200480" indent="0">
              <a:buNone/>
              <a:defRPr sz="2000"/>
            </a:lvl8pPr>
            <a:lvl9pPr marL="3657691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12" indent="0">
              <a:buNone/>
              <a:defRPr sz="1200"/>
            </a:lvl2pPr>
            <a:lvl3pPr marL="914423" indent="0">
              <a:buNone/>
              <a:defRPr sz="1000"/>
            </a:lvl3pPr>
            <a:lvl4pPr marL="1371634" indent="0">
              <a:buNone/>
              <a:defRPr sz="900"/>
            </a:lvl4pPr>
            <a:lvl5pPr marL="1828846" indent="0">
              <a:buNone/>
              <a:defRPr sz="900"/>
            </a:lvl5pPr>
            <a:lvl6pPr marL="2286057" indent="0">
              <a:buNone/>
              <a:defRPr sz="900"/>
            </a:lvl6pPr>
            <a:lvl7pPr marL="2743269" indent="0">
              <a:buNone/>
              <a:defRPr sz="900"/>
            </a:lvl7pPr>
            <a:lvl8pPr marL="3200480" indent="0">
              <a:buNone/>
              <a:defRPr sz="900"/>
            </a:lvl8pPr>
            <a:lvl9pPr marL="3657691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2C8363-B008-47D1-901B-DAFE02FE7EA7}" type="datetimeFigureOut">
              <a:rPr lang="ko-KR" altLang="en-US"/>
              <a:pPr>
                <a:defRPr/>
              </a:pPr>
              <a:t>2026-05-12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092DE8-EF87-4BCB-A953-0CA62FF16E4D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30560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F6BA5B-1019-4A9F-878F-4DC637C6F34E}" type="datetimeFigureOut">
              <a:rPr lang="ko-KR" altLang="en-US"/>
              <a:pPr>
                <a:defRPr/>
              </a:pPr>
              <a:t>2026-05-12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F3DCBE-442F-4036-BA6D-2E549952083E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3177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1850" y="274640"/>
            <a:ext cx="222885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1" y="274640"/>
            <a:ext cx="653415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4558CC-1F05-442A-926E-D0DCFAECBAEC}" type="datetimeFigureOut">
              <a:rPr lang="ko-KR" altLang="en-US"/>
              <a:pPr>
                <a:defRPr/>
              </a:pPr>
              <a:t>2026-05-12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E9656B-F5CC-43D8-ACE0-F9E8776CACA6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66235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50941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제목 슬라이드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개체 틀 1">
            <a:extLst>
              <a:ext uri="{FF2B5EF4-FFF2-40B4-BE49-F238E27FC236}">
                <a16:creationId xmlns:a16="http://schemas.microsoft.com/office/drawing/2014/main" id="{A68430DE-0FB8-4C3F-A853-78BCFFFD9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834" y="329566"/>
            <a:ext cx="8678129" cy="554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5" name="텍스트 개체 틀 2">
            <a:extLst>
              <a:ext uri="{FF2B5EF4-FFF2-40B4-BE49-F238E27FC236}">
                <a16:creationId xmlns:a16="http://schemas.microsoft.com/office/drawing/2014/main" id="{A4B6BFEE-3E50-4AA0-908F-D9FCB67827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834" y="912498"/>
            <a:ext cx="8678129" cy="52644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pic>
        <p:nvPicPr>
          <p:cNvPr id="6" name="그래픽 5">
            <a:extLst>
              <a:ext uri="{FF2B5EF4-FFF2-40B4-BE49-F238E27FC236}">
                <a16:creationId xmlns:a16="http://schemas.microsoft.com/office/drawing/2014/main" id="{FFA18F4F-79E1-44E1-95B2-9CB5AEFE5C46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40" t="5694" r="659" b="1036"/>
          <a:stretch/>
        </p:blipFill>
        <p:spPr>
          <a:xfrm>
            <a:off x="-1" y="6575902"/>
            <a:ext cx="9906001" cy="28209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F99827D-CEEB-4C85-9B56-BEF98E5A297C}"/>
              </a:ext>
            </a:extLst>
          </p:cNvPr>
          <p:cNvSpPr txBox="1"/>
          <p:nvPr userDrawn="1"/>
        </p:nvSpPr>
        <p:spPr>
          <a:xfrm>
            <a:off x="14750" y="6575902"/>
            <a:ext cx="807147" cy="259174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defTabSz="457189" latinLnBrk="0">
              <a:lnSpc>
                <a:spcPct val="120000"/>
              </a:lnSpc>
              <a:spcAft>
                <a:spcPts val="600"/>
              </a:spcAft>
              <a:defRPr/>
            </a:pPr>
            <a:r>
              <a:rPr lang="en-US" altLang="ko-KR" sz="1000" b="1" dirty="0">
                <a:solidFill>
                  <a:schemeClr val="bg1"/>
                </a:solidFill>
                <a:latin typeface="Arial Narrow" panose="020B0606020202030204" pitchFamily="34" charset="0"/>
                <a:ea typeface="맑은 고딕" panose="020B0503020000020004" pitchFamily="50" charset="-127"/>
              </a:rPr>
              <a:t>Confidential</a:t>
            </a:r>
            <a:endParaRPr lang="ko-KR" altLang="en-US" sz="1000" b="1" dirty="0">
              <a:solidFill>
                <a:schemeClr val="bg1"/>
              </a:solidFill>
              <a:latin typeface="Arial Narrow" panose="020B060602020203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4923EB2-D029-4FDA-A258-A7921D15D63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4484" y="6619281"/>
            <a:ext cx="2658864" cy="190240"/>
          </a:xfrm>
          <a:prstGeom prst="rect">
            <a:avLst/>
          </a:prstGeom>
          <a:noFill/>
          <a:ln w="12700" algn="ctr">
            <a:noFill/>
            <a:round/>
            <a:headEnd/>
            <a:tailEnd/>
          </a:ln>
        </p:spPr>
        <p:txBody>
          <a:bodyPr wrap="none" lIns="18000" tIns="18000" rIns="18000" bIns="18000">
            <a:spAutoFit/>
          </a:bodyPr>
          <a:lstStyle/>
          <a:p>
            <a:pPr defTabSz="457189" fontAlgn="base" latinLnBrk="0">
              <a:defRPr/>
            </a:pPr>
            <a:r>
              <a:rPr kumimoji="1" lang="ko-KR" altLang="en-US" sz="1000" b="1">
                <a:solidFill>
                  <a:schemeClr val="bg1"/>
                </a:solidFill>
                <a:latin typeface="Arial Narrow" panose="020B060602020203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Ⓒ</a:t>
            </a:r>
            <a:r>
              <a:rPr kumimoji="1" lang="en-US" altLang="ko-KR" sz="1000" b="1">
                <a:solidFill>
                  <a:schemeClr val="bg1"/>
                </a:solidFill>
                <a:latin typeface="Arial Narrow" panose="020B060602020203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</a:t>
            </a:r>
            <a:r>
              <a:rPr lang="en-US" altLang="ko-KR" sz="1000" b="1">
                <a:solidFill>
                  <a:schemeClr val="bg1"/>
                </a:solidFill>
                <a:latin typeface="Arial Narrow" panose="020B060602020203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2024 </a:t>
            </a:r>
            <a:r>
              <a:rPr lang="en-US" altLang="ko-KR" sz="1000" b="1" dirty="0">
                <a:solidFill>
                  <a:schemeClr val="bg1"/>
                </a:solidFill>
                <a:latin typeface="Arial Narrow" panose="020B060602020203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LG Energy Solution, Ltd. </a:t>
            </a:r>
            <a:r>
              <a:rPr kumimoji="1" lang="en-US" altLang="ko-KR" sz="1000" b="1" dirty="0">
                <a:solidFill>
                  <a:schemeClr val="bg1"/>
                </a:solidFill>
                <a:latin typeface="Arial Narrow" panose="020B060602020203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All rights reserved.</a:t>
            </a:r>
            <a:endParaRPr kumimoji="1" lang="ko-KR" altLang="ko-KR" sz="1000" b="1" dirty="0">
              <a:solidFill>
                <a:schemeClr val="bg1"/>
              </a:solidFill>
              <a:latin typeface="Arial Narrow" panose="020B060602020203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25368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본문 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8"/>
          <p:cNvSpPr>
            <a:spLocks noChangeShapeType="1"/>
          </p:cNvSpPr>
          <p:nvPr userDrawn="1"/>
        </p:nvSpPr>
        <p:spPr bwMode="auto">
          <a:xfrm>
            <a:off x="273052" y="512763"/>
            <a:ext cx="9359900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 marL="0" marR="0" lvl="0" indent="0" algn="ctr" defTabSz="914423" rtl="0" eaLnBrk="1" fontAlgn="base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ZapfDingbats" pitchFamily="82" charset="2"/>
              <a:buNone/>
              <a:tabLst/>
              <a:defRPr/>
            </a:pPr>
            <a:endParaRPr kumimoji="1" lang="ko-KR" altLang="en-US" sz="1600" b="0" i="0" u="sng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Y헤드라인M" pitchFamily="18" charset="-127"/>
              <a:ea typeface="HY헤드라인M" pitchFamily="18" charset="-127"/>
              <a:cs typeface="+mn-cs"/>
              <a:sym typeface="Wingdings" pitchFamily="2" charset="2"/>
            </a:endParaRPr>
          </a:p>
        </p:txBody>
      </p:sp>
      <p:sp>
        <p:nvSpPr>
          <p:cNvPr id="5" name="슬라이드 번호 개체 틀 2"/>
          <p:cNvSpPr>
            <a:spLocks noGrp="1"/>
          </p:cNvSpPr>
          <p:nvPr>
            <p:ph type="sldNum" sz="quarter" idx="4"/>
          </p:nvPr>
        </p:nvSpPr>
        <p:spPr>
          <a:xfrm>
            <a:off x="3793728" y="652026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</a:defRPr>
            </a:lvl1pPr>
          </a:lstStyle>
          <a:p>
            <a:pPr defTabSz="914423" fontAlgn="auto">
              <a:spcBef>
                <a:spcPts val="0"/>
              </a:spcBef>
              <a:spcAft>
                <a:spcPts val="0"/>
              </a:spcAft>
              <a:defRPr/>
            </a:pPr>
            <a:fld id="{A36D35ED-3705-4249-9E25-F6BA78BD16F1}" type="slidenum">
              <a:rPr kumimoji="0" lang="ko-KR" altLang="en-US" smtClean="0">
                <a:solidFill>
                  <a:srgbClr val="000000">
                    <a:tint val="75000"/>
                  </a:srgbClr>
                </a:solidFill>
              </a:rPr>
              <a:pPr defTabSz="914423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kumimoji="0" lang="ko-KR" altLang="en-US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52962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45798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495300" y="6356357"/>
            <a:ext cx="2311400" cy="365125"/>
          </a:xfrm>
          <a:prstGeom prst="rect">
            <a:avLst/>
          </a:prstGeom>
        </p:spPr>
        <p:txBody>
          <a:bodyPr/>
          <a:lstStyle/>
          <a:p>
            <a:pPr algn="l" defTabSz="914423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800">
              <a:solidFill>
                <a:prstClr val="black"/>
              </a:solidFill>
              <a:latin typeface="Arial Narrow"/>
              <a:ea typeface="LG스마트체 Light"/>
            </a:endParaRPr>
          </a:p>
        </p:txBody>
      </p:sp>
      <p:sp>
        <p:nvSpPr>
          <p:cNvPr id="7" name="슬라이드 번호 개체 틀 8"/>
          <p:cNvSpPr>
            <a:spLocks noGrp="1"/>
          </p:cNvSpPr>
          <p:nvPr>
            <p:ph type="sldNum" sz="quarter" idx="12"/>
          </p:nvPr>
        </p:nvSpPr>
        <p:spPr>
          <a:xfrm>
            <a:off x="4592961" y="6597354"/>
            <a:ext cx="1224136" cy="365125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pPr algn="l" defTabSz="914423" fontAlgn="auto">
              <a:spcBef>
                <a:spcPts val="0"/>
              </a:spcBef>
              <a:spcAft>
                <a:spcPts val="0"/>
              </a:spcAft>
              <a:defRPr/>
            </a:pPr>
            <a:fld id="{2A11B75E-EAA2-4479-ABDA-061045217003}" type="slidenum">
              <a:rPr kumimoji="0" lang="ko-KR" altLang="en-US" smtClean="0">
                <a:solidFill>
                  <a:prstClr val="black"/>
                </a:solidFill>
              </a:rPr>
              <a:pPr algn="l" defTabSz="914423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kumimoji="0" lang="ko-KR" altLang="en-US">
              <a:solidFill>
                <a:prstClr val="black"/>
              </a:solidFill>
            </a:endParaRPr>
          </a:p>
        </p:txBody>
      </p:sp>
      <p:sp>
        <p:nvSpPr>
          <p:cNvPr id="3" name="TextBox 2"/>
          <p:cNvSpPr txBox="1"/>
          <p:nvPr userDrawn="1"/>
        </p:nvSpPr>
        <p:spPr>
          <a:xfrm>
            <a:off x="4808983" y="6605742"/>
            <a:ext cx="46519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23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  <a:sym typeface="Wingdings" pitchFamily="2" charset="2"/>
              </a:rPr>
              <a:t>/  41</a:t>
            </a:r>
            <a:endParaRPr kumimoji="0" lang="ko-KR" alt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30401155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번호-슬라이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30627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28"/>
            <a:ext cx="8420100" cy="14700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95300" y="6356353"/>
            <a:ext cx="2311400" cy="365125"/>
          </a:xfrm>
          <a:prstGeom prst="rect">
            <a:avLst/>
          </a:prstGeom>
        </p:spPr>
        <p:txBody>
          <a:bodyPr/>
          <a:lstStyle/>
          <a:p>
            <a:pPr algn="l" defTabSz="914423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800">
              <a:solidFill>
                <a:prstClr val="black"/>
              </a:solidFill>
              <a:latin typeface="Arial Narrow"/>
              <a:ea typeface="LG스마트체 Light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4550" y="6356353"/>
            <a:ext cx="3136900" cy="365125"/>
          </a:xfrm>
          <a:prstGeom prst="rect">
            <a:avLst/>
          </a:prstGeom>
        </p:spPr>
        <p:txBody>
          <a:bodyPr/>
          <a:lstStyle/>
          <a:p>
            <a:pPr algn="l" defTabSz="914423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800">
              <a:solidFill>
                <a:prstClr val="black"/>
              </a:solidFill>
              <a:latin typeface="Arial Narrow"/>
              <a:ea typeface="LG스마트체 Light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099300" y="6356353"/>
            <a:ext cx="2311400" cy="365125"/>
          </a:xfrm>
          <a:prstGeom prst="rect">
            <a:avLst/>
          </a:prstGeom>
        </p:spPr>
        <p:txBody>
          <a:bodyPr/>
          <a:lstStyle/>
          <a:p>
            <a:pPr algn="l" defTabSz="914423" fontAlgn="auto">
              <a:spcBef>
                <a:spcPts val="0"/>
              </a:spcBef>
              <a:spcAft>
                <a:spcPts val="0"/>
              </a:spcAft>
              <a:defRPr/>
            </a:pPr>
            <a:fld id="{824779F0-E41F-4AD3-B91B-7FD2769A1652}" type="slidenum">
              <a:rPr kumimoji="0" lang="ko-KR" altLang="en-US" sz="1800" smtClean="0">
                <a:solidFill>
                  <a:prstClr val="black"/>
                </a:solidFill>
                <a:latin typeface="Arial Narrow"/>
                <a:ea typeface="LG스마트체 Light"/>
              </a:rPr>
              <a:pPr algn="l" defTabSz="914423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kumimoji="0" lang="ko-KR" altLang="en-US" sz="1800">
              <a:solidFill>
                <a:prstClr val="black"/>
              </a:solidFill>
              <a:latin typeface="Arial Narrow"/>
              <a:ea typeface="LG스마트체 Light"/>
            </a:endParaRPr>
          </a:p>
        </p:txBody>
      </p:sp>
    </p:spTree>
    <p:extLst>
      <p:ext uri="{BB962C8B-B14F-4D97-AF65-F5344CB8AC3E}">
        <p14:creationId xmlns:p14="http://schemas.microsoft.com/office/powerpoint/2010/main" val="424135198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95300" y="1600203"/>
            <a:ext cx="89154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95300" y="6356353"/>
            <a:ext cx="2311400" cy="365125"/>
          </a:xfrm>
          <a:prstGeom prst="rect">
            <a:avLst/>
          </a:prstGeom>
        </p:spPr>
        <p:txBody>
          <a:bodyPr/>
          <a:lstStyle/>
          <a:p>
            <a:pPr algn="l" defTabSz="914423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800">
              <a:solidFill>
                <a:prstClr val="black"/>
              </a:solidFill>
              <a:latin typeface="Arial Narrow"/>
              <a:ea typeface="LG스마트체 Light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4550" y="6356353"/>
            <a:ext cx="3136900" cy="365125"/>
          </a:xfrm>
          <a:prstGeom prst="rect">
            <a:avLst/>
          </a:prstGeom>
        </p:spPr>
        <p:txBody>
          <a:bodyPr/>
          <a:lstStyle/>
          <a:p>
            <a:pPr algn="l" defTabSz="914423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800">
              <a:solidFill>
                <a:prstClr val="black"/>
              </a:solidFill>
              <a:latin typeface="Arial Narrow"/>
              <a:ea typeface="LG스마트체 Light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099300" y="6356353"/>
            <a:ext cx="2311400" cy="365125"/>
          </a:xfrm>
          <a:prstGeom prst="rect">
            <a:avLst/>
          </a:prstGeom>
        </p:spPr>
        <p:txBody>
          <a:bodyPr/>
          <a:lstStyle/>
          <a:p>
            <a:pPr algn="l" defTabSz="914423" fontAlgn="auto">
              <a:spcBef>
                <a:spcPts val="0"/>
              </a:spcBef>
              <a:spcAft>
                <a:spcPts val="0"/>
              </a:spcAft>
              <a:defRPr/>
            </a:pPr>
            <a:fld id="{5B59B7CA-A56E-4841-8DBB-3957D5C58816}" type="slidenum">
              <a:rPr kumimoji="0" lang="ko-KR" altLang="en-US" sz="1800" smtClean="0">
                <a:solidFill>
                  <a:prstClr val="black"/>
                </a:solidFill>
                <a:latin typeface="Arial Narrow"/>
                <a:ea typeface="LG스마트체 Light"/>
              </a:rPr>
              <a:pPr algn="l" defTabSz="914423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kumimoji="0" lang="ko-KR" altLang="en-US" sz="1800">
              <a:solidFill>
                <a:prstClr val="black"/>
              </a:solidFill>
              <a:latin typeface="Arial Narrow"/>
              <a:ea typeface="LG스마트체 Light"/>
            </a:endParaRPr>
          </a:p>
        </p:txBody>
      </p:sp>
    </p:spTree>
    <p:extLst>
      <p:ext uri="{BB962C8B-B14F-4D97-AF65-F5344CB8AC3E}">
        <p14:creationId xmlns:p14="http://schemas.microsoft.com/office/powerpoint/2010/main" val="6518470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장표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00473" y="108962"/>
            <a:ext cx="4600577" cy="439718"/>
          </a:xfrm>
          <a:prstGeom prst="rect">
            <a:avLst/>
          </a:prstGeom>
        </p:spPr>
        <p:txBody>
          <a:bodyPr/>
          <a:lstStyle>
            <a:lvl1pPr algn="l">
              <a:defRPr sz="2000" b="1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5" name="직사각형 26"/>
          <p:cNvSpPr>
            <a:spLocks noChangeArrowheads="1"/>
          </p:cNvSpPr>
          <p:nvPr userDrawn="1"/>
        </p:nvSpPr>
        <p:spPr bwMode="auto">
          <a:xfrm>
            <a:off x="6585267" y="6604087"/>
            <a:ext cx="2947405" cy="190240"/>
          </a:xfrm>
          <a:prstGeom prst="rect">
            <a:avLst/>
          </a:prstGeom>
          <a:noFill/>
          <a:ln w="12700" algn="ctr">
            <a:noFill/>
            <a:round/>
            <a:headEnd/>
            <a:tailEnd/>
          </a:ln>
        </p:spPr>
        <p:txBody>
          <a:bodyPr wrap="none" lIns="18000" tIns="18000" rIns="18000" bIns="18000">
            <a:spAutoFit/>
          </a:bodyPr>
          <a:lstStyle/>
          <a:p>
            <a:pPr marL="0" marR="0" lvl="0" indent="0" algn="r" defTabSz="914423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  <a:sym typeface="Wingdings" pitchFamily="2" charset="2"/>
              </a:rPr>
              <a:t>Copyrightⓒ2016 LG Chem. </a:t>
            </a:r>
            <a:r>
              <a:rPr kumimoji="1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  <a:sym typeface="Wingdings" pitchFamily="2" charset="2"/>
              </a:rPr>
              <a:t>구매 </a:t>
            </a:r>
            <a:r>
              <a:rPr kumimoji="1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  <a:sym typeface="Wingdings" pitchFamily="2" charset="2"/>
              </a:rPr>
              <a:t>Portal </a:t>
            </a:r>
            <a:r>
              <a:rPr kumimoji="1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  <a:sym typeface="Wingdings" pitchFamily="2" charset="2"/>
              </a:rPr>
              <a:t>구축 </a:t>
            </a:r>
            <a:r>
              <a:rPr kumimoji="1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  <a:sym typeface="Wingdings" pitchFamily="2" charset="2"/>
              </a:rPr>
              <a:t>Project</a:t>
            </a:r>
            <a:endParaRPr kumimoji="1" lang="ko-KR" altLang="ko-KR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Arial" pitchFamily="34" charset="0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40632138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본문 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72480" y="133258"/>
            <a:ext cx="4056216" cy="3561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</a:bodyPr>
          <a:lstStyle>
            <a:lvl1pPr>
              <a:defRPr sz="1800" b="1" baseline="0">
                <a:ln w="3175">
                  <a:solidFill>
                    <a:sysClr val="windowText" lastClr="000000">
                      <a:alpha val="5000"/>
                    </a:sysClr>
                  </a:solidFill>
                </a:ln>
                <a:latin typeface="Arial Narrow" panose="020B0606020202030204" pitchFamily="34" charset="0"/>
                <a:ea typeface="LG스마트체 SemiBold" panose="020B0600000101010101" pitchFamily="50" charset="-127"/>
              </a:defRPr>
            </a:lvl1pPr>
          </a:lstStyle>
          <a:p>
            <a:pPr lvl="0"/>
            <a:r>
              <a:rPr lang="en-US" altLang="ko-KR" dirty="0"/>
              <a:t>Chapter(LG</a:t>
            </a:r>
            <a:r>
              <a:rPr lang="ko-KR" altLang="en-US" dirty="0" err="1"/>
              <a:t>스마트체</a:t>
            </a:r>
            <a:r>
              <a:rPr lang="ko-KR" altLang="en-US" dirty="0"/>
              <a:t> </a:t>
            </a:r>
            <a:r>
              <a:rPr lang="en-US" altLang="ko-KR" dirty="0" err="1"/>
              <a:t>SemiBold</a:t>
            </a:r>
            <a:r>
              <a:rPr lang="en-US" altLang="ko-KR" dirty="0"/>
              <a:t>/18pt.)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273053" y="620688"/>
            <a:ext cx="9359901" cy="338554"/>
          </a:xfrm>
          <a:prstGeom prst="rect">
            <a:avLst/>
          </a:prstGeom>
        </p:spPr>
        <p:txBody>
          <a:bodyPr/>
          <a:lstStyle>
            <a:lvl1pPr latinLnBrk="0">
              <a:lnSpc>
                <a:spcPct val="120000"/>
              </a:lnSpc>
              <a:defRPr lang="ko-KR" altLang="en-US" b="1" baseline="0" dirty="0">
                <a:ln w="3175">
                  <a:solidFill>
                    <a:sysClr val="windowText" lastClr="000000">
                      <a:alpha val="5000"/>
                    </a:sysClr>
                  </a:solidFill>
                </a:ln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pPr marL="0" lvl="0" indent="0"/>
            <a:r>
              <a:rPr lang="en-US" altLang="ko-KR" dirty="0"/>
              <a:t>Chapter(LG</a:t>
            </a:r>
            <a:r>
              <a:rPr lang="ko-KR" altLang="en-US" dirty="0" err="1"/>
              <a:t>스마트체</a:t>
            </a:r>
            <a:r>
              <a:rPr lang="ko-KR" altLang="en-US" dirty="0"/>
              <a:t> </a:t>
            </a:r>
            <a:r>
              <a:rPr lang="en-US" altLang="ko-KR" dirty="0"/>
              <a:t>Regular/16pt.)</a:t>
            </a:r>
            <a:endParaRPr lang="ko-KR" altLang="en-US" dirty="0"/>
          </a:p>
        </p:txBody>
      </p:sp>
      <p:sp>
        <p:nvSpPr>
          <p:cNvPr id="7" name="Line 8"/>
          <p:cNvSpPr>
            <a:spLocks noChangeShapeType="1"/>
          </p:cNvSpPr>
          <p:nvPr userDrawn="1"/>
        </p:nvSpPr>
        <p:spPr bwMode="auto">
          <a:xfrm>
            <a:off x="273052" y="512763"/>
            <a:ext cx="9359900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 marL="0" marR="0" lvl="0" indent="0" algn="ctr" defTabSz="914423" rtl="0" eaLnBrk="1" fontAlgn="base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ZapfDingbats" pitchFamily="82" charset="2"/>
              <a:buNone/>
              <a:tabLst/>
              <a:defRPr/>
            </a:pPr>
            <a:endParaRPr kumimoji="1" lang="ko-KR" altLang="en-US" sz="1600" b="0" i="0" u="sng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Y헤드라인M" pitchFamily="18" charset="-127"/>
              <a:ea typeface="HY헤드라인M" pitchFamily="18" charset="-127"/>
              <a:cs typeface="+mn-cs"/>
              <a:sym typeface="Wingdings" pitchFamily="2" charset="2"/>
            </a:endParaRPr>
          </a:p>
        </p:txBody>
      </p:sp>
      <p:sp>
        <p:nvSpPr>
          <p:cNvPr id="5" name="슬라이드 번호 개체 틀 2"/>
          <p:cNvSpPr>
            <a:spLocks noGrp="1"/>
          </p:cNvSpPr>
          <p:nvPr>
            <p:ph type="sldNum" sz="quarter" idx="4"/>
          </p:nvPr>
        </p:nvSpPr>
        <p:spPr>
          <a:xfrm>
            <a:off x="3793728" y="652026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</a:defRPr>
            </a:lvl1pPr>
          </a:lstStyle>
          <a:p>
            <a:pPr defTabSz="914423" fontAlgn="auto">
              <a:spcBef>
                <a:spcPts val="0"/>
              </a:spcBef>
              <a:spcAft>
                <a:spcPts val="0"/>
              </a:spcAft>
              <a:defRPr/>
            </a:pPr>
            <a:fld id="{A36D35ED-3705-4249-9E25-F6BA78BD16F1}" type="slidenum">
              <a:rPr kumimoji="0" lang="ko-KR" altLang="en-US" smtClean="0">
                <a:solidFill>
                  <a:srgbClr val="000000">
                    <a:tint val="75000"/>
                  </a:srgbClr>
                </a:solidFill>
              </a:rPr>
              <a:pPr defTabSz="914423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kumimoji="0" lang="ko-KR" altLang="en-US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435330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04739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Relationship Id="rId9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제목 개체 틀 1"/>
          <p:cNvSpPr>
            <a:spLocks noGrp="1"/>
          </p:cNvSpPr>
          <p:nvPr>
            <p:ph type="title"/>
          </p:nvPr>
        </p:nvSpPr>
        <p:spPr bwMode="auto"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2051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95300" y="1600202"/>
            <a:ext cx="89154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300" y="6356352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</a:defRPr>
            </a:lvl1pPr>
          </a:lstStyle>
          <a:p>
            <a:pPr>
              <a:defRPr/>
            </a:pPr>
            <a:fld id="{E82735DF-45A9-4F6B-AA76-5ADBF7124119}" type="datetimeFigureOut">
              <a:rPr lang="ko-KR" altLang="en-US"/>
              <a:pPr>
                <a:defRPr/>
              </a:pPr>
              <a:t>2026-05-12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384550" y="6356352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099300" y="6356352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</a:defRPr>
            </a:lvl1pPr>
          </a:lstStyle>
          <a:p>
            <a:pPr>
              <a:defRPr/>
            </a:pPr>
            <a:fld id="{2B8AE8A1-7B65-4E48-91E7-37EF3484809F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1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1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1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1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1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12" algn="ctr" rtl="0" fontAlgn="base" latinLnBrk="1">
        <a:spcBef>
          <a:spcPct val="0"/>
        </a:spcBef>
        <a:spcAft>
          <a:spcPct val="0"/>
        </a:spcAft>
        <a:defRPr sz="4401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23" algn="ctr" rtl="0" fontAlgn="base" latinLnBrk="1">
        <a:spcBef>
          <a:spcPct val="0"/>
        </a:spcBef>
        <a:spcAft>
          <a:spcPct val="0"/>
        </a:spcAft>
        <a:defRPr sz="4401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34" algn="ctr" rtl="0" fontAlgn="base" latinLnBrk="1">
        <a:spcBef>
          <a:spcPct val="0"/>
        </a:spcBef>
        <a:spcAft>
          <a:spcPct val="0"/>
        </a:spcAft>
        <a:defRPr sz="4401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46" algn="ctr" rtl="0" fontAlgn="base" latinLnBrk="1">
        <a:spcBef>
          <a:spcPct val="0"/>
        </a:spcBef>
        <a:spcAft>
          <a:spcPct val="0"/>
        </a:spcAft>
        <a:defRPr sz="4401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8" indent="-342908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69" indent="-285757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28" indent="-228606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40" indent="-228606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52" indent="-228606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63" indent="-228606" algn="l" defTabSz="914423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74" indent="-228606" algn="l" defTabSz="914423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86" indent="-228606" algn="l" defTabSz="914423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97" indent="-228606" algn="l" defTabSz="914423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23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12" algn="l" defTabSz="914423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23" algn="l" defTabSz="914423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34" algn="l" defTabSz="914423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46" algn="l" defTabSz="914423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57" algn="l" defTabSz="914423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9" algn="l" defTabSz="914423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80" algn="l" defTabSz="914423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91" algn="l" defTabSz="914423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34" r:id="rId2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1400" b="1">
          <a:solidFill>
            <a:srgbClr val="BFBFBF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1400" b="1">
          <a:solidFill>
            <a:srgbClr val="BFBFBF"/>
          </a:solidFill>
          <a:latin typeface="Arial" pitchFamily="34" charset="0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1400" b="1">
          <a:solidFill>
            <a:srgbClr val="BFBFBF"/>
          </a:solidFill>
          <a:latin typeface="Arial" pitchFamily="34" charset="0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1400" b="1">
          <a:solidFill>
            <a:srgbClr val="BFBFBF"/>
          </a:solidFill>
          <a:latin typeface="Arial" pitchFamily="34" charset="0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1400" b="1">
          <a:solidFill>
            <a:srgbClr val="BFBFBF"/>
          </a:solidFill>
          <a:latin typeface="Arial" pitchFamily="34" charset="0"/>
          <a:ea typeface="굴림" pitchFamily="50" charset="-127"/>
        </a:defRPr>
      </a:lvl5pPr>
      <a:lvl6pPr marL="457045" algn="l" rtl="0" fontAlgn="base" latinLnBrk="1">
        <a:spcBef>
          <a:spcPct val="0"/>
        </a:spcBef>
        <a:spcAft>
          <a:spcPct val="0"/>
        </a:spcAft>
        <a:defRPr kumimoji="1" b="1">
          <a:solidFill>
            <a:schemeClr val="tx2"/>
          </a:solidFill>
          <a:latin typeface="Arial" pitchFamily="34" charset="0"/>
          <a:ea typeface="굴림" pitchFamily="50" charset="-127"/>
        </a:defRPr>
      </a:lvl6pPr>
      <a:lvl7pPr marL="914091" algn="l" rtl="0" fontAlgn="base" latinLnBrk="1">
        <a:spcBef>
          <a:spcPct val="0"/>
        </a:spcBef>
        <a:spcAft>
          <a:spcPct val="0"/>
        </a:spcAft>
        <a:defRPr kumimoji="1" b="1">
          <a:solidFill>
            <a:schemeClr val="tx2"/>
          </a:solidFill>
          <a:latin typeface="Arial" pitchFamily="34" charset="0"/>
          <a:ea typeface="굴림" pitchFamily="50" charset="-127"/>
        </a:defRPr>
      </a:lvl7pPr>
      <a:lvl8pPr marL="1371134" algn="l" rtl="0" fontAlgn="base" latinLnBrk="1">
        <a:spcBef>
          <a:spcPct val="0"/>
        </a:spcBef>
        <a:spcAft>
          <a:spcPct val="0"/>
        </a:spcAft>
        <a:defRPr kumimoji="1" b="1">
          <a:solidFill>
            <a:schemeClr val="tx2"/>
          </a:solidFill>
          <a:latin typeface="Arial" pitchFamily="34" charset="0"/>
          <a:ea typeface="굴림" pitchFamily="50" charset="-127"/>
        </a:defRPr>
      </a:lvl8pPr>
      <a:lvl9pPr marL="1828179" algn="l" rtl="0" fontAlgn="base" latinLnBrk="1">
        <a:spcBef>
          <a:spcPct val="0"/>
        </a:spcBef>
        <a:spcAft>
          <a:spcPct val="0"/>
        </a:spcAft>
        <a:defRPr kumimoji="1" b="1">
          <a:solidFill>
            <a:schemeClr val="tx2"/>
          </a:solidFill>
          <a:latin typeface="Arial" pitchFamily="34" charset="0"/>
          <a:ea typeface="굴림" pitchFamily="50" charset="-127"/>
        </a:defRPr>
      </a:lvl9pPr>
    </p:titleStyle>
    <p:bodyStyle>
      <a:lvl1pPr marL="342908" indent="-342908" algn="l" rtl="0" eaLnBrk="0" fontAlgn="base" latinLnBrk="1" hangingPunct="0">
        <a:spcBef>
          <a:spcPct val="20000"/>
        </a:spcBef>
        <a:spcAft>
          <a:spcPct val="0"/>
        </a:spcAft>
        <a:defRPr kumimoji="1" sz="1300" b="1">
          <a:solidFill>
            <a:schemeClr val="tx1"/>
          </a:solidFill>
          <a:latin typeface="+mn-lt"/>
          <a:ea typeface="+mn-ea"/>
          <a:cs typeface="+mn-cs"/>
        </a:defRPr>
      </a:lvl1pPr>
      <a:lvl2pPr marL="739793" indent="-282582" algn="l" rtl="0" eaLnBrk="0" fontAlgn="base" latinLnBrk="1" hangingPunct="0">
        <a:spcBef>
          <a:spcPct val="20000"/>
        </a:spcBef>
        <a:spcAft>
          <a:spcPct val="0"/>
        </a:spcAft>
        <a:defRPr kumimoji="1" sz="1200" b="1">
          <a:solidFill>
            <a:schemeClr val="tx1"/>
          </a:solidFill>
          <a:latin typeface="+mn-ea"/>
          <a:ea typeface="+mn-ea"/>
        </a:defRPr>
      </a:lvl2pPr>
      <a:lvl3pPr marL="1139854" indent="-225431" algn="l" rtl="0" eaLnBrk="0" fontAlgn="base" latinLnBrk="1" hangingPunct="0">
        <a:spcBef>
          <a:spcPct val="20000"/>
        </a:spcBef>
        <a:spcAft>
          <a:spcPct val="0"/>
        </a:spcAft>
        <a:defRPr kumimoji="1" sz="900" b="1">
          <a:solidFill>
            <a:schemeClr val="tx1"/>
          </a:solidFill>
          <a:latin typeface="+mn-ea"/>
          <a:ea typeface="+mn-ea"/>
        </a:defRPr>
      </a:lvl3pPr>
      <a:lvl4pPr marL="1597065" indent="-225431" algn="l" rtl="0" eaLnBrk="0" fontAlgn="base" latinLnBrk="1" hangingPunct="0">
        <a:spcBef>
          <a:spcPct val="20000"/>
        </a:spcBef>
        <a:spcAft>
          <a:spcPct val="0"/>
        </a:spcAft>
        <a:defRPr kumimoji="1" sz="900" b="1">
          <a:solidFill>
            <a:schemeClr val="tx1"/>
          </a:solidFill>
          <a:latin typeface="+mn-ea"/>
          <a:ea typeface="+mn-ea"/>
        </a:defRPr>
      </a:lvl4pPr>
      <a:lvl5pPr marL="2054276" indent="-225431" algn="l" rtl="0" eaLnBrk="0" fontAlgn="base" latinLnBrk="1" hangingPunct="0">
        <a:spcBef>
          <a:spcPct val="20000"/>
        </a:spcBef>
        <a:spcAft>
          <a:spcPct val="0"/>
        </a:spcAft>
        <a:defRPr kumimoji="1" sz="900" b="1">
          <a:solidFill>
            <a:schemeClr val="tx1"/>
          </a:solidFill>
          <a:latin typeface="+mn-ea"/>
          <a:ea typeface="+mn-ea"/>
        </a:defRPr>
      </a:lvl5pPr>
      <a:lvl6pPr marL="2513745" indent="-228521" algn="l" rtl="0" fontAlgn="base" latinLnBrk="1">
        <a:spcBef>
          <a:spcPct val="20000"/>
        </a:spcBef>
        <a:spcAft>
          <a:spcPct val="0"/>
        </a:spcAft>
        <a:defRPr kumimoji="1" sz="900" b="1">
          <a:solidFill>
            <a:schemeClr val="tx1"/>
          </a:solidFill>
          <a:latin typeface="+mn-ea"/>
          <a:ea typeface="+mn-ea"/>
        </a:defRPr>
      </a:lvl6pPr>
      <a:lvl7pPr marL="2970791" indent="-228521" algn="l" rtl="0" fontAlgn="base" latinLnBrk="1">
        <a:spcBef>
          <a:spcPct val="20000"/>
        </a:spcBef>
        <a:spcAft>
          <a:spcPct val="0"/>
        </a:spcAft>
        <a:defRPr kumimoji="1" sz="900" b="1">
          <a:solidFill>
            <a:schemeClr val="tx1"/>
          </a:solidFill>
          <a:latin typeface="+mn-ea"/>
          <a:ea typeface="+mn-ea"/>
        </a:defRPr>
      </a:lvl7pPr>
      <a:lvl8pPr marL="3427836" indent="-228521" algn="l" rtl="0" fontAlgn="base" latinLnBrk="1">
        <a:spcBef>
          <a:spcPct val="20000"/>
        </a:spcBef>
        <a:spcAft>
          <a:spcPct val="0"/>
        </a:spcAft>
        <a:defRPr kumimoji="1" sz="900" b="1">
          <a:solidFill>
            <a:schemeClr val="tx1"/>
          </a:solidFill>
          <a:latin typeface="+mn-ea"/>
          <a:ea typeface="+mn-ea"/>
        </a:defRPr>
      </a:lvl8pPr>
      <a:lvl9pPr marL="3884879" indent="-228521" algn="l" rtl="0" fontAlgn="base" latinLnBrk="1">
        <a:spcBef>
          <a:spcPct val="20000"/>
        </a:spcBef>
        <a:spcAft>
          <a:spcPct val="0"/>
        </a:spcAft>
        <a:defRPr kumimoji="1" sz="900" b="1">
          <a:solidFill>
            <a:schemeClr val="tx1"/>
          </a:solidFill>
          <a:latin typeface="+mn-ea"/>
          <a:ea typeface="+mn-ea"/>
        </a:defRPr>
      </a:lvl9pPr>
    </p:bodyStyle>
    <p:otherStyle>
      <a:defPPr>
        <a:defRPr lang="ko-KR"/>
      </a:defPPr>
      <a:lvl1pPr marL="0" algn="l" defTabSz="914091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45" algn="l" defTabSz="914091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091" algn="l" defTabSz="914091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34" algn="l" defTabSz="914091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79" algn="l" defTabSz="914091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225" algn="l" defTabSz="914091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268" algn="l" defTabSz="914091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313" algn="l" defTabSz="914091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356" algn="l" defTabSz="914091" rtl="0" eaLnBrk="1" latinLnBrk="1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6560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</p:sldLayoutIdLst>
  <p:hf hdr="0" ftr="0" dt="0"/>
  <p:txStyles>
    <p:titleStyle>
      <a:lvl1pPr algn="ctr" defTabSz="914423" rtl="0" eaLnBrk="1" latinLnBrk="1" hangingPunct="1">
        <a:spcBef>
          <a:spcPct val="0"/>
        </a:spcBef>
        <a:buNone/>
        <a:defRPr sz="440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8" indent="-342908" algn="l" defTabSz="914423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69" indent="-285757" algn="l" defTabSz="914423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28" indent="-228606" algn="l" defTabSz="914423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40" indent="-228606" algn="l" defTabSz="914423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52" indent="-228606" algn="l" defTabSz="914423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63" indent="-228606" algn="l" defTabSz="914423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74" indent="-228606" algn="l" defTabSz="914423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86" indent="-228606" algn="l" defTabSz="914423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97" indent="-228606" algn="l" defTabSz="914423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23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12" algn="l" defTabSz="914423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23" algn="l" defTabSz="914423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34" algn="l" defTabSz="914423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46" algn="l" defTabSz="914423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57" algn="l" defTabSz="914423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9" algn="l" defTabSz="914423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80" algn="l" defTabSz="914423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91" algn="l" defTabSz="914423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6">
            <a:extLst>
              <a:ext uri="{FF2B5EF4-FFF2-40B4-BE49-F238E27FC236}">
                <a16:creationId xmlns:a16="http://schemas.microsoft.com/office/drawing/2014/main" id="{AC034BF1-8EA9-4E1D-B0A0-9F5E85C2FA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00" y="587375"/>
            <a:ext cx="9864725" cy="57150"/>
          </a:xfrm>
          <a:prstGeom prst="rect">
            <a:avLst/>
          </a:prstGeom>
          <a:gradFill rotWithShape="1">
            <a:gsLst>
              <a:gs pos="0">
                <a:srgbClr val="CC0066"/>
              </a:gs>
              <a:gs pos="100000">
                <a:srgbClr val="FF9933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1100">
                <a:solidFill>
                  <a:schemeClr val="tx1"/>
                </a:solidFill>
                <a:latin typeface="Arial" charset="0"/>
                <a:ea typeface="돋움" pitchFamily="50" charset="-127"/>
                <a:sym typeface="Wingdings" pitchFamily="2" charset="2"/>
              </a:defRPr>
            </a:lvl1pPr>
            <a:lvl2pPr marL="742950" indent="-285750" eaLnBrk="0" hangingPunct="0">
              <a:defRPr kumimoji="1" sz="1100">
                <a:solidFill>
                  <a:schemeClr val="tx1"/>
                </a:solidFill>
                <a:latin typeface="Arial" charset="0"/>
                <a:ea typeface="돋움" pitchFamily="50" charset="-127"/>
                <a:sym typeface="Wingdings" pitchFamily="2" charset="2"/>
              </a:defRPr>
            </a:lvl2pPr>
            <a:lvl3pPr marL="1143000" indent="-228600" eaLnBrk="0" hangingPunct="0">
              <a:defRPr kumimoji="1" sz="1100">
                <a:solidFill>
                  <a:schemeClr val="tx1"/>
                </a:solidFill>
                <a:latin typeface="Arial" charset="0"/>
                <a:ea typeface="돋움" pitchFamily="50" charset="-127"/>
                <a:sym typeface="Wingdings" pitchFamily="2" charset="2"/>
              </a:defRPr>
            </a:lvl3pPr>
            <a:lvl4pPr marL="1600200" indent="-228600" eaLnBrk="0" hangingPunct="0">
              <a:defRPr kumimoji="1" sz="1100">
                <a:solidFill>
                  <a:schemeClr val="tx1"/>
                </a:solidFill>
                <a:latin typeface="Arial" charset="0"/>
                <a:ea typeface="돋움" pitchFamily="50" charset="-127"/>
                <a:sym typeface="Wingdings" pitchFamily="2" charset="2"/>
              </a:defRPr>
            </a:lvl4pPr>
            <a:lvl5pPr marL="2057400" indent="-228600" eaLnBrk="0" hangingPunct="0">
              <a:defRPr kumimoji="1" sz="1100">
                <a:solidFill>
                  <a:schemeClr val="tx1"/>
                </a:solidFill>
                <a:latin typeface="Arial" charset="0"/>
                <a:ea typeface="돋움" pitchFamily="50" charset="-127"/>
                <a:sym typeface="Wingdings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defRPr kumimoji="1" sz="1100">
                <a:solidFill>
                  <a:schemeClr val="tx1"/>
                </a:solidFill>
                <a:latin typeface="Arial" charset="0"/>
                <a:ea typeface="돋움" pitchFamily="50" charset="-127"/>
                <a:sym typeface="Wingdings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defRPr kumimoji="1" sz="1100">
                <a:solidFill>
                  <a:schemeClr val="tx1"/>
                </a:solidFill>
                <a:latin typeface="Arial" charset="0"/>
                <a:ea typeface="돋움" pitchFamily="50" charset="-127"/>
                <a:sym typeface="Wingdings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defRPr kumimoji="1" sz="1100">
                <a:solidFill>
                  <a:schemeClr val="tx1"/>
                </a:solidFill>
                <a:latin typeface="Arial" charset="0"/>
                <a:ea typeface="돋움" pitchFamily="50" charset="-127"/>
                <a:sym typeface="Wingdings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defRPr kumimoji="1" sz="1100">
                <a:solidFill>
                  <a:schemeClr val="tx1"/>
                </a:solidFill>
                <a:latin typeface="Arial" charset="0"/>
                <a:ea typeface="돋움" pitchFamily="50" charset="-127"/>
                <a:sym typeface="Wingdings" pitchFamily="2" charset="2"/>
              </a:defRPr>
            </a:lvl9pPr>
          </a:lstStyle>
          <a:p>
            <a:pPr algn="ctr" eaLnBrk="1" latinLnBrk="1" hangingPunct="1">
              <a:buFont typeface="Wingdings" panose="05000000000000000000" pitchFamily="2" charset="2"/>
              <a:buNone/>
              <a:defRPr/>
            </a:pPr>
            <a:endParaRPr lang="ko-KR" altLang="en-US"/>
          </a:p>
        </p:txBody>
      </p:sp>
      <p:sp>
        <p:nvSpPr>
          <p:cNvPr id="1027" name="Line 27">
            <a:extLst>
              <a:ext uri="{FF2B5EF4-FFF2-40B4-BE49-F238E27FC236}">
                <a16:creationId xmlns:a16="http://schemas.microsoft.com/office/drawing/2014/main" id="{13F6CB4C-D06C-4D50-AD60-27E806CEC4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52525" y="6627813"/>
            <a:ext cx="8553450" cy="0"/>
          </a:xfrm>
          <a:prstGeom prst="line">
            <a:avLst/>
          </a:prstGeom>
          <a:noFill/>
          <a:ln w="9525">
            <a:solidFill>
              <a:srgbClr val="4D4D4D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pic>
        <p:nvPicPr>
          <p:cNvPr id="1029" name="그림 1">
            <a:extLst>
              <a:ext uri="{FF2B5EF4-FFF2-40B4-BE49-F238E27FC236}">
                <a16:creationId xmlns:a16="http://schemas.microsoft.com/office/drawing/2014/main" id="{306FF373-C0C6-44CB-8B63-EABAA853D6A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" y="6496050"/>
            <a:ext cx="1804988" cy="263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010139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</p:sldLayoutIdLst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그룹 13">
            <a:extLst>
              <a:ext uri="{FF2B5EF4-FFF2-40B4-BE49-F238E27FC236}">
                <a16:creationId xmlns:a16="http://schemas.microsoft.com/office/drawing/2014/main" id="{507050B8-585F-4599-BA04-8E557A28FA09}"/>
              </a:ext>
            </a:extLst>
          </p:cNvPr>
          <p:cNvGrpSpPr/>
          <p:nvPr/>
        </p:nvGrpSpPr>
        <p:grpSpPr>
          <a:xfrm>
            <a:off x="181926" y="1061226"/>
            <a:ext cx="4536000" cy="288925"/>
            <a:chOff x="181926" y="904651"/>
            <a:chExt cx="4536000" cy="288925"/>
          </a:xfrm>
        </p:grpSpPr>
        <p:sp>
          <p:nvSpPr>
            <p:cNvPr id="23" name="Rectangle 95">
              <a:extLst>
                <a:ext uri="{FF2B5EF4-FFF2-40B4-BE49-F238E27FC236}">
                  <a16:creationId xmlns:a16="http://schemas.microsoft.com/office/drawing/2014/main" id="{CBFCF288-780D-453C-80C1-D5EF222551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361" y="920429"/>
              <a:ext cx="975194" cy="257369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lIns="36000" tIns="36000" rIns="36000" bIns="36000">
              <a:spAutoFit/>
            </a:bodyPr>
            <a:lstStyle/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panose="020B0604020202020204" pitchFamily="34" charset="0"/>
                  <a:sym typeface="Wingdings" pitchFamily="2" charset="2"/>
                </a:rPr>
                <a:t> </a:t>
              </a:r>
              <a:r>
                <a:rPr kumimoji="1" lang="ko-KR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panose="020B0604020202020204" pitchFamily="34" charset="0"/>
                  <a:sym typeface="Wingdings" pitchFamily="2" charset="2"/>
                </a:rPr>
                <a:t>기술 </a:t>
              </a:r>
              <a:r>
                <a:rPr kumimoji="1" lang="en-US" altLang="ko-KR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panose="020B0604020202020204" pitchFamily="34" charset="0"/>
                  <a:sym typeface="Wingdings" pitchFamily="2" charset="2"/>
                </a:rPr>
                <a:t>summary</a:t>
              </a:r>
            </a:p>
          </p:txBody>
        </p:sp>
        <p:sp>
          <p:nvSpPr>
            <p:cNvPr id="24" name="Line 93">
              <a:extLst>
                <a:ext uri="{FF2B5EF4-FFF2-40B4-BE49-F238E27FC236}">
                  <a16:creationId xmlns:a16="http://schemas.microsoft.com/office/drawing/2014/main" id="{62116C93-E134-4110-9CF9-D858ADDC61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1926" y="1193576"/>
              <a:ext cx="4536000" cy="0"/>
            </a:xfrm>
            <a:prstGeom prst="line">
              <a:avLst/>
            </a:prstGeom>
            <a:noFill/>
            <a:ln w="6350">
              <a:solidFill>
                <a:schemeClr val="bg1">
                  <a:lumMod val="65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36000" tIns="36000" rIns="36000" bIns="36000" anchor="ctr"/>
            <a:lstStyle/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3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  <a:sym typeface="Wingdings" pitchFamily="2" charset="2"/>
              </a:endParaRPr>
            </a:p>
          </p:txBody>
        </p:sp>
        <p:sp>
          <p:nvSpPr>
            <p:cNvPr id="25" name="Rectangle 92">
              <a:extLst>
                <a:ext uri="{FF2B5EF4-FFF2-40B4-BE49-F238E27FC236}">
                  <a16:creationId xmlns:a16="http://schemas.microsoft.com/office/drawing/2014/main" id="{824B9A80-DCD3-4A46-89A2-236C004E2D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1926" y="904651"/>
              <a:ext cx="265235" cy="288925"/>
            </a:xfrm>
            <a:prstGeom prst="rect">
              <a:avLst/>
            </a:prstGeom>
            <a:solidFill>
              <a:schemeClr val="tx1"/>
            </a:solidFill>
            <a:ln w="6350" algn="ctr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lIns="36000" tIns="36000" rIns="36000" bIns="36000" anchor="ctr"/>
            <a:lstStyle/>
            <a:p>
              <a:pPr marL="0" marR="0" lvl="0" indent="0" algn="ct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1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panose="020B0604020202020204" pitchFamily="34" charset="0"/>
                  <a:sym typeface="Wingdings" pitchFamily="2" charset="2"/>
                </a:rPr>
                <a:t>1</a:t>
              </a: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8BC28A43-0242-41DE-8786-DE5C02319BE1}"/>
              </a:ext>
            </a:extLst>
          </p:cNvPr>
          <p:cNvSpPr txBox="1"/>
          <p:nvPr/>
        </p:nvSpPr>
        <p:spPr>
          <a:xfrm>
            <a:off x="133048" y="87962"/>
            <a:ext cx="1214041" cy="380480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1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  <a:sym typeface="Wingdings" pitchFamily="2" charset="2"/>
              </a:rPr>
              <a:t>과제명 </a:t>
            </a:r>
            <a:r>
              <a:rPr kumimoji="1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  <a:sym typeface="Wingdings" pitchFamily="2" charset="2"/>
              </a:rPr>
              <a:t>: XX</a:t>
            </a:r>
            <a:endParaRPr kumimoji="1" lang="ko-KR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  <a:sym typeface="Wingdings" pitchFamily="2" charset="2"/>
            </a:endParaRP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0F3B112D-9883-45A2-BF78-8F7C70BEB5CB}"/>
              </a:ext>
            </a:extLst>
          </p:cNvPr>
          <p:cNvCxnSpPr>
            <a:cxnSpLocks/>
          </p:cNvCxnSpPr>
          <p:nvPr/>
        </p:nvCxnSpPr>
        <p:spPr>
          <a:xfrm>
            <a:off x="92460" y="476672"/>
            <a:ext cx="428385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36">
            <a:extLst>
              <a:ext uri="{FF2B5EF4-FFF2-40B4-BE49-F238E27FC236}">
                <a16:creationId xmlns:a16="http://schemas.microsoft.com/office/drawing/2014/main" id="{9DE42B38-AB09-4EC1-9EC5-22B11B37A4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9056" y="5888198"/>
            <a:ext cx="4481892" cy="2394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36000" tIns="36000" rIns="36000" bIns="36000">
            <a:spAutoFit/>
          </a:bodyPr>
          <a:lstStyle>
            <a:lvl1pPr marL="179388" indent="-179388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ts val="129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itchFamily="2" charset="2"/>
              </a:rPr>
              <a:t>2. </a:t>
            </a:r>
            <a:r>
              <a:rPr kumimoji="1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itchFamily="2" charset="2"/>
              </a:rPr>
              <a:t>예상 기대 효과</a:t>
            </a:r>
            <a:endParaRPr kumimoji="1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 pitchFamily="2" charset="2"/>
            </a:endParaRPr>
          </a:p>
        </p:txBody>
      </p:sp>
      <p:sp>
        <p:nvSpPr>
          <p:cNvPr id="31" name="TextBox 36">
            <a:extLst>
              <a:ext uri="{FF2B5EF4-FFF2-40B4-BE49-F238E27FC236}">
                <a16:creationId xmlns:a16="http://schemas.microsoft.com/office/drawing/2014/main" id="{614B6ABE-2564-403D-BF85-72394A88ED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9056" y="1399376"/>
            <a:ext cx="1440065" cy="2394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36000" rIns="36000" bIns="36000">
            <a:spAutoFit/>
          </a:bodyPr>
          <a:lstStyle>
            <a:lvl1pPr marL="179388" indent="-179388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ts val="129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itchFamily="2" charset="2"/>
              </a:rPr>
              <a:t>1. </a:t>
            </a:r>
            <a:r>
              <a:rPr kumimoji="1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itchFamily="2" charset="2"/>
              </a:rPr>
              <a:t>기술 개발 배경 및 설명</a:t>
            </a:r>
            <a:endParaRPr kumimoji="1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 pitchFamily="2" charset="2"/>
            </a:endParaRP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13CB2213-A55B-49AD-A2FE-88DC9D503F66}"/>
              </a:ext>
            </a:extLst>
          </p:cNvPr>
          <p:cNvSpPr/>
          <p:nvPr/>
        </p:nvSpPr>
        <p:spPr>
          <a:xfrm>
            <a:off x="267709" y="2453600"/>
            <a:ext cx="279228" cy="1551628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itchFamily="2" charset="2"/>
              </a:rPr>
              <a:t>As</a:t>
            </a: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itchFamily="2" charset="2"/>
              </a:rPr>
              <a:t>is</a:t>
            </a:r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 pitchFamily="2" charset="2"/>
            </a:endParaRP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FC31D21D-89A8-4BC6-9DE7-1BE5E9273700}"/>
              </a:ext>
            </a:extLst>
          </p:cNvPr>
          <p:cNvSpPr/>
          <p:nvPr/>
        </p:nvSpPr>
        <p:spPr>
          <a:xfrm>
            <a:off x="267709" y="4049219"/>
            <a:ext cx="279228" cy="1548000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itchFamily="2" charset="2"/>
              </a:rPr>
              <a:t>To</a:t>
            </a: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itchFamily="2" charset="2"/>
              </a:rPr>
              <a:t>be</a:t>
            </a:r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 pitchFamily="2" charset="2"/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74E77E66-862E-4A08-B26A-EA9145748B47}"/>
              </a:ext>
            </a:extLst>
          </p:cNvPr>
          <p:cNvSpPr/>
          <p:nvPr/>
        </p:nvSpPr>
        <p:spPr>
          <a:xfrm>
            <a:off x="596968" y="2453600"/>
            <a:ext cx="4068000" cy="1551628"/>
          </a:xfrm>
          <a:prstGeom prst="roundRect">
            <a:avLst>
              <a:gd name="adj" fmla="val 2889"/>
            </a:avLst>
          </a:prstGeom>
          <a:noFill/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ct val="80000"/>
              <a:buFont typeface="Wingdings" panose="05000000000000000000" pitchFamily="2" charset="2"/>
              <a:buNone/>
              <a:tabLst/>
              <a:defRPr/>
            </a:pPr>
            <a:endParaRPr kumimoji="0" lang="en-US" altLang="ko-KR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ct val="80000"/>
              <a:buFont typeface="Wingdings" panose="05000000000000000000" pitchFamily="2" charset="2"/>
              <a:buNone/>
              <a:tabLst/>
              <a:defRPr/>
            </a:pPr>
            <a:endParaRPr kumimoji="0" lang="ko-KR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 pitchFamily="2" charset="2"/>
            </a:endParaRP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14CB2C89-A06A-4828-92D3-09B6129F30D4}"/>
              </a:ext>
            </a:extLst>
          </p:cNvPr>
          <p:cNvSpPr/>
          <p:nvPr/>
        </p:nvSpPr>
        <p:spPr>
          <a:xfrm>
            <a:off x="596968" y="4049218"/>
            <a:ext cx="4068000" cy="1548000"/>
          </a:xfrm>
          <a:prstGeom prst="roundRect">
            <a:avLst>
              <a:gd name="adj" fmla="val 3005"/>
            </a:avLst>
          </a:prstGeom>
          <a:noFill/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/>
            </a:pPr>
            <a:endParaRPr kumimoji="0" lang="ko-KR" alt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 pitchFamily="2" charset="2"/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DC81E517-4738-483D-8855-70E3B9354C67}"/>
              </a:ext>
            </a:extLst>
          </p:cNvPr>
          <p:cNvGrpSpPr/>
          <p:nvPr/>
        </p:nvGrpSpPr>
        <p:grpSpPr>
          <a:xfrm>
            <a:off x="5012168" y="1061226"/>
            <a:ext cx="4536000" cy="288925"/>
            <a:chOff x="5012168" y="904651"/>
            <a:chExt cx="4536000" cy="288925"/>
          </a:xfrm>
        </p:grpSpPr>
        <p:sp>
          <p:nvSpPr>
            <p:cNvPr id="22" name="Rectangle 95">
              <a:extLst>
                <a:ext uri="{FF2B5EF4-FFF2-40B4-BE49-F238E27FC236}">
                  <a16:creationId xmlns:a16="http://schemas.microsoft.com/office/drawing/2014/main" id="{05F9DB17-5174-4233-A782-87D2896E91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1601" y="920429"/>
              <a:ext cx="1425638" cy="257369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lIns="36000" tIns="36000" rIns="36000" bIns="36000">
              <a:spAutoFit/>
            </a:bodyPr>
            <a:lstStyle/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panose="020B0604020202020204" pitchFamily="34" charset="0"/>
                  <a:sym typeface="Wingdings" pitchFamily="2" charset="2"/>
                </a:rPr>
                <a:t>기술 검증 항목 및 결과</a:t>
              </a:r>
              <a:endParaRPr kumimoji="1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  <a:sym typeface="Wingdings" pitchFamily="2" charset="2"/>
              </a:endParaRPr>
            </a:p>
          </p:txBody>
        </p:sp>
        <p:sp>
          <p:nvSpPr>
            <p:cNvPr id="29" name="Rectangle 92">
              <a:extLst>
                <a:ext uri="{FF2B5EF4-FFF2-40B4-BE49-F238E27FC236}">
                  <a16:creationId xmlns:a16="http://schemas.microsoft.com/office/drawing/2014/main" id="{1E59777A-ECB3-4263-BD8F-4DA9378262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2168" y="904651"/>
              <a:ext cx="265235" cy="288925"/>
            </a:xfrm>
            <a:prstGeom prst="rect">
              <a:avLst/>
            </a:prstGeom>
            <a:solidFill>
              <a:schemeClr val="tx1"/>
            </a:solidFill>
            <a:ln w="6350" algn="ctr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lIns="36000" tIns="36000" rIns="36000" bIns="36000" anchor="ctr"/>
            <a:lstStyle/>
            <a:p>
              <a:pPr marL="0" marR="0" lvl="0" indent="0" algn="ct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1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panose="020B0604020202020204" pitchFamily="34" charset="0"/>
                  <a:sym typeface="Wingdings" pitchFamily="2" charset="2"/>
                </a:rPr>
                <a:t>2</a:t>
              </a:r>
            </a:p>
          </p:txBody>
        </p:sp>
        <p:sp>
          <p:nvSpPr>
            <p:cNvPr id="58" name="Line 93">
              <a:extLst>
                <a:ext uri="{FF2B5EF4-FFF2-40B4-BE49-F238E27FC236}">
                  <a16:creationId xmlns:a16="http://schemas.microsoft.com/office/drawing/2014/main" id="{94842B17-E551-4FB9-A125-B964DE2F77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12168" y="1193576"/>
              <a:ext cx="4536000" cy="0"/>
            </a:xfrm>
            <a:prstGeom prst="line">
              <a:avLst/>
            </a:prstGeom>
            <a:noFill/>
            <a:ln w="6350">
              <a:solidFill>
                <a:schemeClr val="bg1">
                  <a:lumMod val="65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36000" tIns="36000" rIns="36000" bIns="36000" anchor="ctr"/>
            <a:lstStyle/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3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  <a:sym typeface="Wingdings" pitchFamily="2" charset="2"/>
              </a:endParaRPr>
            </a:p>
          </p:txBody>
        </p:sp>
      </p:grpSp>
      <p:graphicFrame>
        <p:nvGraphicFramePr>
          <p:cNvPr id="60" name="표 59">
            <a:extLst>
              <a:ext uri="{FF2B5EF4-FFF2-40B4-BE49-F238E27FC236}">
                <a16:creationId xmlns:a16="http://schemas.microsoft.com/office/drawing/2014/main" id="{00BEA08C-8515-4CB9-B9EF-1EF00B7973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5405093"/>
              </p:ext>
            </p:extLst>
          </p:nvPr>
        </p:nvGraphicFramePr>
        <p:xfrm>
          <a:off x="5025008" y="1399376"/>
          <a:ext cx="4716088" cy="519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6000">
                  <a:extLst>
                    <a:ext uri="{9D8B030D-6E8A-4147-A177-3AD203B41FA5}">
                      <a16:colId xmlns:a16="http://schemas.microsoft.com/office/drawing/2014/main" val="3217413788"/>
                    </a:ext>
                  </a:extLst>
                </a:gridCol>
                <a:gridCol w="671520">
                  <a:extLst>
                    <a:ext uri="{9D8B030D-6E8A-4147-A177-3AD203B41FA5}">
                      <a16:colId xmlns:a16="http://schemas.microsoft.com/office/drawing/2014/main" val="4213680383"/>
                    </a:ext>
                  </a:extLst>
                </a:gridCol>
                <a:gridCol w="1575200">
                  <a:extLst>
                    <a:ext uri="{9D8B030D-6E8A-4147-A177-3AD203B41FA5}">
                      <a16:colId xmlns:a16="http://schemas.microsoft.com/office/drawing/2014/main" val="273124759"/>
                    </a:ext>
                  </a:extLst>
                </a:gridCol>
                <a:gridCol w="1965368">
                  <a:extLst>
                    <a:ext uri="{9D8B030D-6E8A-4147-A177-3AD203B41FA5}">
                      <a16:colId xmlns:a16="http://schemas.microsoft.com/office/drawing/2014/main" val="2245807748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91657834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No</a:t>
                      </a:r>
                      <a:endParaRPr lang="ko-KR" altLang="en-US" sz="900" b="1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검증 항목</a:t>
                      </a: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목표</a:t>
                      </a: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검증 결과</a:t>
                      </a: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유첨</a:t>
                      </a: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51099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</a:t>
                      </a:r>
                      <a:endParaRPr lang="ko-KR" altLang="en-US" sz="90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90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1" hangingPunct="1">
                        <a:buNone/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1" hangingPunct="1">
                        <a:buNone/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1" hangingPunct="1">
                        <a:buNone/>
                      </a:pPr>
                      <a:endParaRPr lang="en-US" altLang="ko-KR" sz="900" kern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135147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</a:t>
                      </a:r>
                      <a:endParaRPr lang="ko-KR" altLang="en-US" sz="90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90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1" hangingPunct="1">
                        <a:buNone/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1" hangingPunct="1">
                        <a:buNone/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1" hangingPunct="1">
                        <a:buNone/>
                      </a:pPr>
                      <a:endParaRPr lang="en-US" altLang="ko-KR" sz="900" kern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6993958"/>
                  </a:ext>
                </a:extLst>
              </a:tr>
            </a:tbl>
          </a:graphicData>
        </a:graphic>
      </p:graphicFrame>
      <p:grpSp>
        <p:nvGrpSpPr>
          <p:cNvPr id="12" name="그룹 11">
            <a:extLst>
              <a:ext uri="{FF2B5EF4-FFF2-40B4-BE49-F238E27FC236}">
                <a16:creationId xmlns:a16="http://schemas.microsoft.com/office/drawing/2014/main" id="{AD80B319-D2E9-4D08-AD7C-8C7F876C5251}"/>
              </a:ext>
            </a:extLst>
          </p:cNvPr>
          <p:cNvGrpSpPr/>
          <p:nvPr/>
        </p:nvGrpSpPr>
        <p:grpSpPr>
          <a:xfrm>
            <a:off x="5007052" y="4554618"/>
            <a:ext cx="4536000" cy="288925"/>
            <a:chOff x="4972454" y="4656890"/>
            <a:chExt cx="4536000" cy="288925"/>
          </a:xfrm>
        </p:grpSpPr>
        <p:sp>
          <p:nvSpPr>
            <p:cNvPr id="63" name="Rectangle 95">
              <a:extLst>
                <a:ext uri="{FF2B5EF4-FFF2-40B4-BE49-F238E27FC236}">
                  <a16:creationId xmlns:a16="http://schemas.microsoft.com/office/drawing/2014/main" id="{BDFF1CD7-E602-499A-B923-E9F906C1BB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7903" y="4672668"/>
              <a:ext cx="646578" cy="257369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lIns="36000" tIns="36000" rIns="36000" bIns="36000">
              <a:spAutoFit/>
            </a:bodyPr>
            <a:lstStyle/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panose="020B0604020202020204" pitchFamily="34" charset="0"/>
                  <a:sym typeface="Wingdings" pitchFamily="2" charset="2"/>
                </a:rPr>
                <a:t>향후 일정</a:t>
              </a:r>
              <a:endParaRPr kumimoji="1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  <a:sym typeface="Wingdings" pitchFamily="2" charset="2"/>
              </a:endParaRPr>
            </a:p>
          </p:txBody>
        </p:sp>
        <p:sp>
          <p:nvSpPr>
            <p:cNvPr id="64" name="Line 93">
              <a:extLst>
                <a:ext uri="{FF2B5EF4-FFF2-40B4-BE49-F238E27FC236}">
                  <a16:creationId xmlns:a16="http://schemas.microsoft.com/office/drawing/2014/main" id="{18EACDE4-2B35-461E-9818-1F0E04D09B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72454" y="4945815"/>
              <a:ext cx="4536000" cy="0"/>
            </a:xfrm>
            <a:prstGeom prst="line">
              <a:avLst/>
            </a:prstGeom>
            <a:noFill/>
            <a:ln w="6350">
              <a:solidFill>
                <a:schemeClr val="bg1">
                  <a:lumMod val="65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36000" tIns="36000" rIns="36000" bIns="36000" anchor="ctr"/>
            <a:lstStyle/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3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  <a:sym typeface="Wingdings" pitchFamily="2" charset="2"/>
              </a:endParaRPr>
            </a:p>
          </p:txBody>
        </p:sp>
        <p:sp>
          <p:nvSpPr>
            <p:cNvPr id="65" name="Rectangle 92">
              <a:extLst>
                <a:ext uri="{FF2B5EF4-FFF2-40B4-BE49-F238E27FC236}">
                  <a16:creationId xmlns:a16="http://schemas.microsoft.com/office/drawing/2014/main" id="{AC630CB1-7D20-4C0B-AAF0-B91BEA6215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72454" y="4656890"/>
              <a:ext cx="265235" cy="288925"/>
            </a:xfrm>
            <a:prstGeom prst="rect">
              <a:avLst/>
            </a:prstGeom>
            <a:solidFill>
              <a:schemeClr val="tx1"/>
            </a:solidFill>
            <a:ln w="6350" algn="ctr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lIns="36000" tIns="36000" rIns="36000" bIns="36000" anchor="ctr"/>
            <a:lstStyle/>
            <a:p>
              <a:pPr marL="0" marR="0" lvl="0" indent="0" algn="ct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1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panose="020B0604020202020204" pitchFamily="34" charset="0"/>
                  <a:sym typeface="Wingdings" pitchFamily="2" charset="2"/>
                </a:rPr>
                <a:t>4</a:t>
              </a:r>
            </a:p>
          </p:txBody>
        </p:sp>
      </p:grp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49A0314A-4C84-4E9B-8A55-58CA5BDE4C85}"/>
              </a:ext>
            </a:extLst>
          </p:cNvPr>
          <p:cNvSpPr/>
          <p:nvPr/>
        </p:nvSpPr>
        <p:spPr>
          <a:xfrm>
            <a:off x="208429" y="519026"/>
            <a:ext cx="9532427" cy="288147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Tx/>
              <a:buSzPct val="85000"/>
              <a:buFont typeface="Wingdings" pitchFamily="2" charset="2"/>
              <a:buNone/>
              <a:tabLst/>
              <a:defRPr/>
            </a:pPr>
            <a:r>
              <a:rPr lang="ko-KR" altLang="en-US" sz="14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과제 목표 </a:t>
            </a:r>
            <a:r>
              <a:rPr lang="en-US" altLang="ko-KR" sz="14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: XX</a:t>
            </a:r>
            <a:r>
              <a:rPr lang="ko-KR" altLang="en-US" sz="14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 </a:t>
            </a:r>
            <a:endParaRPr kumimoji="1" lang="en-US" altLang="ko-KR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  <a:sym typeface="Wingdings" pitchFamily="2" charset="2"/>
            </a:endParaRPr>
          </a:p>
        </p:txBody>
      </p:sp>
      <p:sp>
        <p:nvSpPr>
          <p:cNvPr id="38" name="TextBox 36">
            <a:extLst>
              <a:ext uri="{FF2B5EF4-FFF2-40B4-BE49-F238E27FC236}">
                <a16:creationId xmlns:a16="http://schemas.microsoft.com/office/drawing/2014/main" id="{36E758C8-BD0C-4965-9A1A-B492BC83A5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736" y="6045143"/>
            <a:ext cx="4593967" cy="274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36000" tIns="36000" rIns="36000" bIns="36000">
            <a:spAutoFit/>
          </a:bodyPr>
          <a:lstStyle>
            <a:lvl1pPr marL="179388" indent="-179388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itchFamily="2" charset="2"/>
              </a:rPr>
              <a:t>- XX</a:t>
            </a:r>
          </a:p>
        </p:txBody>
      </p:sp>
      <p:graphicFrame>
        <p:nvGraphicFramePr>
          <p:cNvPr id="45" name="표 44">
            <a:extLst>
              <a:ext uri="{FF2B5EF4-FFF2-40B4-BE49-F238E27FC236}">
                <a16:creationId xmlns:a16="http://schemas.microsoft.com/office/drawing/2014/main" id="{74E4CF85-C439-4FB0-934F-479E17C8FA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6972517"/>
              </p:ext>
            </p:extLst>
          </p:nvPr>
        </p:nvGraphicFramePr>
        <p:xfrm>
          <a:off x="5058689" y="5300470"/>
          <a:ext cx="4639716" cy="11134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773286">
                  <a:extLst>
                    <a:ext uri="{9D8B030D-6E8A-4147-A177-3AD203B41FA5}">
                      <a16:colId xmlns:a16="http://schemas.microsoft.com/office/drawing/2014/main" val="1851522974"/>
                    </a:ext>
                  </a:extLst>
                </a:gridCol>
                <a:gridCol w="773286">
                  <a:extLst>
                    <a:ext uri="{9D8B030D-6E8A-4147-A177-3AD203B41FA5}">
                      <a16:colId xmlns:a16="http://schemas.microsoft.com/office/drawing/2014/main" val="3771202881"/>
                    </a:ext>
                  </a:extLst>
                </a:gridCol>
                <a:gridCol w="773286">
                  <a:extLst>
                    <a:ext uri="{9D8B030D-6E8A-4147-A177-3AD203B41FA5}">
                      <a16:colId xmlns:a16="http://schemas.microsoft.com/office/drawing/2014/main" val="310386141"/>
                    </a:ext>
                  </a:extLst>
                </a:gridCol>
                <a:gridCol w="773286">
                  <a:extLst>
                    <a:ext uri="{9D8B030D-6E8A-4147-A177-3AD203B41FA5}">
                      <a16:colId xmlns:a16="http://schemas.microsoft.com/office/drawing/2014/main" val="1453300402"/>
                    </a:ext>
                  </a:extLst>
                </a:gridCol>
                <a:gridCol w="773286">
                  <a:extLst>
                    <a:ext uri="{9D8B030D-6E8A-4147-A177-3AD203B41FA5}">
                      <a16:colId xmlns:a16="http://schemas.microsoft.com/office/drawing/2014/main" val="1553029848"/>
                    </a:ext>
                  </a:extLst>
                </a:gridCol>
                <a:gridCol w="773286">
                  <a:extLst>
                    <a:ext uri="{9D8B030D-6E8A-4147-A177-3AD203B41FA5}">
                      <a16:colId xmlns:a16="http://schemas.microsoft.com/office/drawing/2014/main" val="2163520607"/>
                    </a:ext>
                  </a:extLst>
                </a:gridCol>
              </a:tblGrid>
              <a:tr h="25480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’25</a:t>
                      </a: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. 3Q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8060" marR="8060" marT="806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</a:t>
                      </a: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Q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8060" marR="8060" marT="806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’26. 1Q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8060" marR="8060" marT="806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2Q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8060" marR="8060" marT="806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</a:t>
                      </a: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Q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8060" marR="8060" marT="806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4Q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8060" marR="8060" marT="806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6089554"/>
                  </a:ext>
                </a:extLst>
              </a:tr>
              <a:tr h="858593">
                <a:tc>
                  <a:txBody>
                    <a:bodyPr/>
                    <a:lstStyle/>
                    <a:p>
                      <a:pPr algn="r" fontAlgn="ctr"/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2290274"/>
                  </a:ext>
                </a:extLst>
              </a:tr>
            </a:tbl>
          </a:graphicData>
        </a:graphic>
      </p:graphicFrame>
      <p:cxnSp>
        <p:nvCxnSpPr>
          <p:cNvPr id="46" name="AutoShape 115">
            <a:extLst>
              <a:ext uri="{FF2B5EF4-FFF2-40B4-BE49-F238E27FC236}">
                <a16:creationId xmlns:a16="http://schemas.microsoft.com/office/drawing/2014/main" id="{68F999A7-54A9-4DFA-981F-9531125D8F66}"/>
              </a:ext>
            </a:extLst>
          </p:cNvPr>
          <p:cNvCxnSpPr>
            <a:cxnSpLocks noChangeShapeType="1"/>
            <a:stCxn id="73" idx="6"/>
          </p:cNvCxnSpPr>
          <p:nvPr/>
        </p:nvCxnSpPr>
        <p:spPr bwMode="auto">
          <a:xfrm flipH="1">
            <a:off x="5057627" y="5848022"/>
            <a:ext cx="4587744" cy="4872"/>
          </a:xfrm>
          <a:prstGeom prst="straightConnector1">
            <a:avLst/>
          </a:prstGeom>
          <a:noFill/>
          <a:ln w="28575">
            <a:solidFill>
              <a:schemeClr val="tx1">
                <a:lumMod val="65000"/>
                <a:lumOff val="35000"/>
              </a:schemeClr>
            </a:solidFill>
            <a:round/>
            <a:headEnd type="triangle" w="med" len="med"/>
            <a:tailEnd type="none" w="med" len="med"/>
          </a:ln>
        </p:spPr>
      </p:cxnSp>
      <p:sp>
        <p:nvSpPr>
          <p:cNvPr id="101" name="Text Box 323">
            <a:extLst>
              <a:ext uri="{FF2B5EF4-FFF2-40B4-BE49-F238E27FC236}">
                <a16:creationId xmlns:a16="http://schemas.microsoft.com/office/drawing/2014/main" id="{133EF45B-0D59-4532-8091-D515D693D7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8890" y="6417144"/>
            <a:ext cx="297124" cy="1958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36000" rIns="36000" bIns="36000" anchor="ctr">
            <a:spAutoFit/>
          </a:bodyPr>
          <a:lstStyle>
            <a:defPPr>
              <a:defRPr lang="ko-KR"/>
            </a:defPPr>
            <a:lvl1pPr algn="ctr" latinLnBrk="0">
              <a:spcBef>
                <a:spcPts val="0"/>
              </a:spcBef>
              <a:defRPr sz="900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  <a:sym typeface="Wingdings" pitchFamily="2" charset="2"/>
              </a:rPr>
              <a:t>* XXX</a:t>
            </a:r>
          </a:p>
        </p:txBody>
      </p:sp>
      <p:sp>
        <p:nvSpPr>
          <p:cNvPr id="66" name="TextBox 36">
            <a:extLst>
              <a:ext uri="{FF2B5EF4-FFF2-40B4-BE49-F238E27FC236}">
                <a16:creationId xmlns:a16="http://schemas.microsoft.com/office/drawing/2014/main" id="{331062AE-AD66-4CF3-BB21-FB97C5D18A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27701" y="29824"/>
            <a:ext cx="1437871" cy="257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36000" tIns="36000" rIns="36000" bIns="36000">
            <a:spAutoFit/>
          </a:bodyPr>
          <a:lstStyle>
            <a:lvl1pPr marL="179388" indent="-179388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1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itchFamily="2" charset="2"/>
              </a:rPr>
              <a:t>수행 부서 및 담당자 </a:t>
            </a:r>
            <a:r>
              <a:rPr kumimoji="1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itchFamily="2" charset="2"/>
              </a:rPr>
              <a:t>: XXX</a:t>
            </a:r>
            <a:endParaRPr kumimoji="1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 pitchFamily="2" charset="2"/>
            </a:endParaRPr>
          </a:p>
        </p:txBody>
      </p:sp>
      <p:sp>
        <p:nvSpPr>
          <p:cNvPr id="72" name="타원 71">
            <a:extLst>
              <a:ext uri="{FF2B5EF4-FFF2-40B4-BE49-F238E27FC236}">
                <a16:creationId xmlns:a16="http://schemas.microsoft.com/office/drawing/2014/main" id="{CADE7377-29DA-492D-8A06-B3DAE9EBFA1D}"/>
              </a:ext>
            </a:extLst>
          </p:cNvPr>
          <p:cNvSpPr>
            <a:spLocks noChangeAspect="1"/>
          </p:cNvSpPr>
          <p:nvPr/>
        </p:nvSpPr>
        <p:spPr bwMode="auto">
          <a:xfrm>
            <a:off x="8319259" y="5725906"/>
            <a:ext cx="246498" cy="253712"/>
          </a:xfrm>
          <a:prstGeom prst="ellipse">
            <a:avLst/>
          </a:prstGeom>
          <a:solidFill>
            <a:srgbClr val="FFFF00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36000" tIns="36000" rIns="36000" bIns="360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7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itchFamily="2" charset="2"/>
              </a:rPr>
              <a:t>M2</a:t>
            </a:r>
            <a:endParaRPr kumimoji="1" lang="ko-KR" altLang="en-US" sz="7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 pitchFamily="2" charset="2"/>
            </a:endParaRPr>
          </a:p>
        </p:txBody>
      </p:sp>
      <p:sp>
        <p:nvSpPr>
          <p:cNvPr id="73" name="타원 72">
            <a:extLst>
              <a:ext uri="{FF2B5EF4-FFF2-40B4-BE49-F238E27FC236}">
                <a16:creationId xmlns:a16="http://schemas.microsoft.com/office/drawing/2014/main" id="{71AE9F17-76E8-40BF-9134-79EEEAF60871}"/>
              </a:ext>
            </a:extLst>
          </p:cNvPr>
          <p:cNvSpPr>
            <a:spLocks noChangeAspect="1"/>
          </p:cNvSpPr>
          <p:nvPr/>
        </p:nvSpPr>
        <p:spPr bwMode="auto">
          <a:xfrm>
            <a:off x="9398873" y="5721166"/>
            <a:ext cx="246498" cy="253712"/>
          </a:xfrm>
          <a:prstGeom prst="ellipse">
            <a:avLst/>
          </a:prstGeom>
          <a:solidFill>
            <a:srgbClr val="FFFF00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36000" tIns="36000" rIns="36000" bIns="360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7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itchFamily="2" charset="2"/>
              </a:rPr>
              <a:t>M3</a:t>
            </a:r>
            <a:endParaRPr kumimoji="1" lang="ko-KR" altLang="en-US" sz="7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 pitchFamily="2" charset="2"/>
            </a:endParaRPr>
          </a:p>
        </p:txBody>
      </p:sp>
      <p:grpSp>
        <p:nvGrpSpPr>
          <p:cNvPr id="76" name="그룹 75">
            <a:extLst>
              <a:ext uri="{FF2B5EF4-FFF2-40B4-BE49-F238E27FC236}">
                <a16:creationId xmlns:a16="http://schemas.microsoft.com/office/drawing/2014/main" id="{2E65A05A-23C1-4505-9E46-7BEDA7F599B6}"/>
              </a:ext>
            </a:extLst>
          </p:cNvPr>
          <p:cNvGrpSpPr/>
          <p:nvPr/>
        </p:nvGrpSpPr>
        <p:grpSpPr>
          <a:xfrm>
            <a:off x="5008155" y="2400883"/>
            <a:ext cx="4536000" cy="288925"/>
            <a:chOff x="5012168" y="904651"/>
            <a:chExt cx="4536000" cy="288925"/>
          </a:xfrm>
        </p:grpSpPr>
        <p:sp>
          <p:nvSpPr>
            <p:cNvPr id="77" name="Rectangle 95">
              <a:extLst>
                <a:ext uri="{FF2B5EF4-FFF2-40B4-BE49-F238E27FC236}">
                  <a16:creationId xmlns:a16="http://schemas.microsoft.com/office/drawing/2014/main" id="{655B6B66-F317-4EB9-973C-01C36A8254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1601" y="920429"/>
              <a:ext cx="2813838" cy="257369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lIns="36000" tIns="36000" rIns="36000" bIns="36000">
              <a:spAutoFit/>
            </a:bodyPr>
            <a:lstStyle/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200" b="1" dirty="0">
                  <a:solidFill>
                    <a:srgbClr val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  <a:cs typeface="Arial" panose="020B0604020202020204" pitchFamily="34" charset="0"/>
                </a:rPr>
                <a:t>세부 진행 사항</a:t>
              </a:r>
              <a:r>
                <a:rPr lang="en-US" altLang="ko-KR" sz="1200" b="1" dirty="0">
                  <a:solidFill>
                    <a:srgbClr val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  <a:cs typeface="Arial" panose="020B0604020202020204" pitchFamily="34" charset="0"/>
                </a:rPr>
                <a:t>, </a:t>
              </a:r>
              <a:r>
                <a:rPr lang="ko-KR" altLang="en-US" sz="1200" b="1" dirty="0">
                  <a:solidFill>
                    <a:srgbClr val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  <a:cs typeface="Arial" panose="020B0604020202020204" pitchFamily="34" charset="0"/>
                </a:rPr>
                <a:t>이슈 예상 내용 및 해결책 등등</a:t>
              </a:r>
              <a:endParaRPr kumimoji="1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  <a:sym typeface="Wingdings" pitchFamily="2" charset="2"/>
              </a:endParaRPr>
            </a:p>
          </p:txBody>
        </p:sp>
        <p:sp>
          <p:nvSpPr>
            <p:cNvPr id="78" name="Rectangle 92">
              <a:extLst>
                <a:ext uri="{FF2B5EF4-FFF2-40B4-BE49-F238E27FC236}">
                  <a16:creationId xmlns:a16="http://schemas.microsoft.com/office/drawing/2014/main" id="{7E86DF9D-F6D7-46DD-A1A4-D34CB37500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2168" y="904651"/>
              <a:ext cx="265235" cy="288925"/>
            </a:xfrm>
            <a:prstGeom prst="rect">
              <a:avLst/>
            </a:prstGeom>
            <a:solidFill>
              <a:schemeClr val="tx1"/>
            </a:solidFill>
            <a:ln w="6350" algn="ctr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lIns="36000" tIns="36000" rIns="36000" bIns="36000" anchor="ctr"/>
            <a:lstStyle/>
            <a:p>
              <a:pPr marL="0" marR="0" lvl="0" indent="0" algn="ct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1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panose="020B0604020202020204" pitchFamily="34" charset="0"/>
                  <a:sym typeface="Wingdings" pitchFamily="2" charset="2"/>
                </a:rPr>
                <a:t>3</a:t>
              </a:r>
            </a:p>
          </p:txBody>
        </p:sp>
        <p:sp>
          <p:nvSpPr>
            <p:cNvPr id="79" name="Line 93">
              <a:extLst>
                <a:ext uri="{FF2B5EF4-FFF2-40B4-BE49-F238E27FC236}">
                  <a16:creationId xmlns:a16="http://schemas.microsoft.com/office/drawing/2014/main" id="{1107435A-6771-4DF9-A81A-567F168BB7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12168" y="1193576"/>
              <a:ext cx="4536000" cy="0"/>
            </a:xfrm>
            <a:prstGeom prst="line">
              <a:avLst/>
            </a:prstGeom>
            <a:noFill/>
            <a:ln w="6350">
              <a:solidFill>
                <a:schemeClr val="bg1">
                  <a:lumMod val="65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36000" tIns="36000" rIns="36000" bIns="36000" anchor="ctr"/>
            <a:lstStyle/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3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  <a:sym typeface="Wingdings" pitchFamily="2" charset="2"/>
              </a:endParaRPr>
            </a:p>
          </p:txBody>
        </p:sp>
      </p:grpSp>
      <p:grpSp>
        <p:nvGrpSpPr>
          <p:cNvPr id="138" name="그룹 137">
            <a:extLst>
              <a:ext uri="{FF2B5EF4-FFF2-40B4-BE49-F238E27FC236}">
                <a16:creationId xmlns:a16="http://schemas.microsoft.com/office/drawing/2014/main" id="{1FC2E927-D551-440F-8263-5A2868BC003E}"/>
              </a:ext>
            </a:extLst>
          </p:cNvPr>
          <p:cNvGrpSpPr/>
          <p:nvPr/>
        </p:nvGrpSpPr>
        <p:grpSpPr>
          <a:xfrm>
            <a:off x="5442449" y="5753583"/>
            <a:ext cx="247953" cy="217801"/>
            <a:chOff x="2265517" y="5861538"/>
            <a:chExt cx="204920" cy="180000"/>
          </a:xfrm>
        </p:grpSpPr>
        <p:sp>
          <p:nvSpPr>
            <p:cNvPr id="139" name="Oval 113">
              <a:extLst>
                <a:ext uri="{FF2B5EF4-FFF2-40B4-BE49-F238E27FC236}">
                  <a16:creationId xmlns:a16="http://schemas.microsoft.com/office/drawing/2014/main" id="{64CD890B-171F-427E-8CEA-83863CB631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75764" y="5861538"/>
              <a:ext cx="180000" cy="1800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>
                  <a:lumMod val="65000"/>
                  <a:lumOff val="35000"/>
                </a:schemeClr>
              </a:solidFill>
              <a:round/>
              <a:headEnd/>
              <a:tailEnd/>
            </a:ln>
          </p:spPr>
          <p:txBody>
            <a:bodyPr wrap="none" lIns="36000" tIns="36000" rIns="36000" bIns="36000" anchor="ctr"/>
            <a:lstStyle/>
            <a:p>
              <a:pPr marL="0" marR="0" lvl="0" indent="0" algn="ctr" defTabSz="102235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endParaRPr kumimoji="1" lang="en-US" altLang="ko-KR" sz="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  <a:sym typeface="Wingdings" pitchFamily="2" charset="2"/>
              </a:endParaRPr>
            </a:p>
          </p:txBody>
        </p:sp>
        <p:sp>
          <p:nvSpPr>
            <p:cNvPr id="140" name="Text Box 323">
              <a:extLst>
                <a:ext uri="{FF2B5EF4-FFF2-40B4-BE49-F238E27FC236}">
                  <a16:creationId xmlns:a16="http://schemas.microsoft.com/office/drawing/2014/main" id="{A708468A-2A54-4076-97A5-480312FBCA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65517" y="5877122"/>
              <a:ext cx="204920" cy="1491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36000" tIns="36000" rIns="36000" bIns="36000" anchor="ctr">
              <a:spAutoFit/>
            </a:bodyPr>
            <a:lstStyle>
              <a:defPPr>
                <a:defRPr lang="ko-KR"/>
              </a:defPPr>
              <a:lvl1pPr algn="ctr" latinLnBrk="0">
                <a:spcBef>
                  <a:spcPts val="0"/>
                </a:spcBef>
                <a:defRPr sz="900" kern="0">
                  <a:solidFill>
                    <a:srgbClr val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  <a:cs typeface="Arial" pitchFamily="34" charset="0"/>
                </a:defRPr>
              </a:lvl1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lang="en-US" altLang="ko-KR" sz="700" b="1" kern="1200" dirty="0">
                  <a:solidFill>
                    <a:srgbClr val="006600"/>
                  </a:solidFill>
                </a:rPr>
                <a:t>9</a:t>
              </a:r>
              <a:r>
                <a:rPr kumimoji="1" lang="ko-KR" altLang="en-US" sz="700" b="1" i="0" u="none" strike="noStrike" kern="1200" cap="none" spc="0" normalizeH="0" baseline="0" noProof="0" dirty="0">
                  <a:ln>
                    <a:noFill/>
                  </a:ln>
                  <a:solidFill>
                    <a:srgbClr val="0066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pitchFamily="34" charset="0"/>
                  <a:sym typeface="Wingdings" pitchFamily="2" charset="2"/>
                </a:rPr>
                <a:t>월</a:t>
              </a:r>
              <a:endParaRPr kumimoji="1" lang="en-US" altLang="ko-KR" sz="7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  <a:sym typeface="Wingdings" pitchFamily="2" charset="2"/>
              </a:endParaRPr>
            </a:p>
          </p:txBody>
        </p:sp>
      </p:grpSp>
      <p:sp>
        <p:nvSpPr>
          <p:cNvPr id="141" name="Text Box 323">
            <a:extLst>
              <a:ext uri="{FF2B5EF4-FFF2-40B4-BE49-F238E27FC236}">
                <a16:creationId xmlns:a16="http://schemas.microsoft.com/office/drawing/2014/main" id="{9F2C8F7D-6208-42F8-862C-E30CB4FD5B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68685" y="6069351"/>
            <a:ext cx="599250" cy="1958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36000" tIns="36000" rIns="36000" bIns="36000" anchor="ctr">
            <a:spAutoFit/>
          </a:bodyPr>
          <a:lstStyle>
            <a:defPPr>
              <a:defRPr lang="ko-KR"/>
            </a:defPPr>
            <a:lvl1pPr algn="ctr" latinLnBrk="0">
              <a:spcBef>
                <a:spcPts val="0"/>
              </a:spcBef>
              <a:defRPr sz="900" kern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lang="en-US" altLang="ko-KR" sz="800" dirty="0"/>
              <a:t>XXX</a:t>
            </a:r>
          </a:p>
        </p:txBody>
      </p:sp>
      <p:grpSp>
        <p:nvGrpSpPr>
          <p:cNvPr id="142" name="그룹 141">
            <a:extLst>
              <a:ext uri="{FF2B5EF4-FFF2-40B4-BE49-F238E27FC236}">
                <a16:creationId xmlns:a16="http://schemas.microsoft.com/office/drawing/2014/main" id="{78A409AA-4649-429E-AECF-18B5192D1E63}"/>
              </a:ext>
            </a:extLst>
          </p:cNvPr>
          <p:cNvGrpSpPr/>
          <p:nvPr/>
        </p:nvGrpSpPr>
        <p:grpSpPr>
          <a:xfrm>
            <a:off x="6339392" y="5688314"/>
            <a:ext cx="247953" cy="348658"/>
            <a:chOff x="2265517" y="5807604"/>
            <a:chExt cx="204920" cy="288147"/>
          </a:xfrm>
        </p:grpSpPr>
        <p:sp>
          <p:nvSpPr>
            <p:cNvPr id="143" name="Oval 113">
              <a:extLst>
                <a:ext uri="{FF2B5EF4-FFF2-40B4-BE49-F238E27FC236}">
                  <a16:creationId xmlns:a16="http://schemas.microsoft.com/office/drawing/2014/main" id="{837D20AB-56F2-4440-ABC5-BF7B16E553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75764" y="5861538"/>
              <a:ext cx="180000" cy="1800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>
                  <a:lumMod val="65000"/>
                  <a:lumOff val="35000"/>
                </a:schemeClr>
              </a:solidFill>
              <a:round/>
              <a:headEnd/>
              <a:tailEnd/>
            </a:ln>
          </p:spPr>
          <p:txBody>
            <a:bodyPr wrap="none" lIns="36000" tIns="36000" rIns="36000" bIns="36000" anchor="ctr"/>
            <a:lstStyle/>
            <a:p>
              <a:pPr marL="0" marR="0" lvl="0" indent="0" algn="ctr" defTabSz="102235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endParaRPr kumimoji="1" lang="en-US" altLang="ko-KR" sz="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  <a:sym typeface="Wingdings" pitchFamily="2" charset="2"/>
              </a:endParaRPr>
            </a:p>
          </p:txBody>
        </p:sp>
        <p:sp>
          <p:nvSpPr>
            <p:cNvPr id="144" name="Text Box 323">
              <a:extLst>
                <a:ext uri="{FF2B5EF4-FFF2-40B4-BE49-F238E27FC236}">
                  <a16:creationId xmlns:a16="http://schemas.microsoft.com/office/drawing/2014/main" id="{58C9F3F5-B7F8-4094-ADED-45A6DBFA36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65517" y="5807604"/>
              <a:ext cx="204920" cy="28814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36000" tIns="36000" rIns="36000" bIns="36000" anchor="ctr">
              <a:spAutoFit/>
            </a:bodyPr>
            <a:lstStyle>
              <a:defPPr>
                <a:defRPr lang="ko-KR"/>
              </a:defPPr>
              <a:lvl1pPr algn="ctr" latinLnBrk="0">
                <a:spcBef>
                  <a:spcPts val="0"/>
                </a:spcBef>
                <a:defRPr sz="900" kern="0">
                  <a:solidFill>
                    <a:srgbClr val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  <a:cs typeface="Arial" pitchFamily="34" charset="0"/>
                </a:defRPr>
              </a:lvl1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lang="en-US" altLang="ko-KR" sz="700" b="1" kern="1200" dirty="0">
                  <a:solidFill>
                    <a:srgbClr val="006600"/>
                  </a:solidFill>
                </a:rPr>
                <a:t>12</a:t>
              </a:r>
              <a:r>
                <a:rPr kumimoji="1" lang="ko-KR" altLang="en-US" sz="700" b="1" i="0" u="none" strike="noStrike" kern="1200" cap="none" spc="0" normalizeH="0" baseline="0" noProof="0" dirty="0">
                  <a:ln>
                    <a:noFill/>
                  </a:ln>
                  <a:solidFill>
                    <a:srgbClr val="0066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pitchFamily="34" charset="0"/>
                  <a:sym typeface="Wingdings" pitchFamily="2" charset="2"/>
                </a:rPr>
                <a:t>월</a:t>
              </a:r>
              <a:endParaRPr kumimoji="1" lang="en-US" altLang="ko-KR" sz="7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  <a:sym typeface="Wingdings" pitchFamily="2" charset="2"/>
              </a:endParaRPr>
            </a:p>
          </p:txBody>
        </p:sp>
      </p:grpSp>
      <p:sp>
        <p:nvSpPr>
          <p:cNvPr id="145" name="TextBox 144">
            <a:extLst>
              <a:ext uri="{FF2B5EF4-FFF2-40B4-BE49-F238E27FC236}">
                <a16:creationId xmlns:a16="http://schemas.microsoft.com/office/drawing/2014/main" id="{19419A9B-A519-48F6-82CF-0E9AB79C1A24}"/>
              </a:ext>
            </a:extLst>
          </p:cNvPr>
          <p:cNvSpPr txBox="1"/>
          <p:nvPr/>
        </p:nvSpPr>
        <p:spPr>
          <a:xfrm>
            <a:off x="6193689" y="6077113"/>
            <a:ext cx="507839" cy="12311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XXX</a:t>
            </a:r>
          </a:p>
        </p:txBody>
      </p:sp>
      <p:sp>
        <p:nvSpPr>
          <p:cNvPr id="146" name="타원 145">
            <a:extLst>
              <a:ext uri="{FF2B5EF4-FFF2-40B4-BE49-F238E27FC236}">
                <a16:creationId xmlns:a16="http://schemas.microsoft.com/office/drawing/2014/main" id="{0EA8D850-8401-4048-AF46-8A42C862789F}"/>
              </a:ext>
            </a:extLst>
          </p:cNvPr>
          <p:cNvSpPr>
            <a:spLocks noChangeAspect="1"/>
          </p:cNvSpPr>
          <p:nvPr/>
        </p:nvSpPr>
        <p:spPr bwMode="auto">
          <a:xfrm>
            <a:off x="5094597" y="5746171"/>
            <a:ext cx="246498" cy="253712"/>
          </a:xfrm>
          <a:prstGeom prst="ellipse">
            <a:avLst/>
          </a:prstGeom>
          <a:solidFill>
            <a:srgbClr val="FFFF00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36000" tIns="36000" rIns="36000" bIns="360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7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itchFamily="2" charset="2"/>
              </a:rPr>
              <a:t>M1</a:t>
            </a:r>
            <a:endParaRPr kumimoji="1" lang="ko-KR" altLang="en-US" sz="7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 pitchFamily="2" charset="2"/>
            </a:endParaRPr>
          </a:p>
        </p:txBody>
      </p:sp>
      <p:grpSp>
        <p:nvGrpSpPr>
          <p:cNvPr id="147" name="그룹 146">
            <a:extLst>
              <a:ext uri="{FF2B5EF4-FFF2-40B4-BE49-F238E27FC236}">
                <a16:creationId xmlns:a16="http://schemas.microsoft.com/office/drawing/2014/main" id="{8F8AFA6A-2762-4776-9058-6A8A54CDCFA8}"/>
              </a:ext>
            </a:extLst>
          </p:cNvPr>
          <p:cNvGrpSpPr/>
          <p:nvPr/>
        </p:nvGrpSpPr>
        <p:grpSpPr>
          <a:xfrm>
            <a:off x="7124896" y="5756867"/>
            <a:ext cx="247953" cy="217800"/>
            <a:chOff x="2265517" y="5861538"/>
            <a:chExt cx="204920" cy="180000"/>
          </a:xfrm>
        </p:grpSpPr>
        <p:sp>
          <p:nvSpPr>
            <p:cNvPr id="148" name="Oval 113">
              <a:extLst>
                <a:ext uri="{FF2B5EF4-FFF2-40B4-BE49-F238E27FC236}">
                  <a16:creationId xmlns:a16="http://schemas.microsoft.com/office/drawing/2014/main" id="{2E5431D3-2F5C-4EDE-BED4-EC5CE7744B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75764" y="5861538"/>
              <a:ext cx="180000" cy="1800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>
                  <a:lumMod val="65000"/>
                  <a:lumOff val="35000"/>
                </a:schemeClr>
              </a:solidFill>
              <a:round/>
              <a:headEnd/>
              <a:tailEnd/>
            </a:ln>
          </p:spPr>
          <p:txBody>
            <a:bodyPr wrap="none" lIns="36000" tIns="36000" rIns="36000" bIns="36000" anchor="ctr"/>
            <a:lstStyle/>
            <a:p>
              <a:pPr marL="0" marR="0" lvl="0" indent="0" algn="ctr" defTabSz="102235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endParaRPr kumimoji="1" lang="en-US" altLang="ko-KR" sz="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  <a:sym typeface="Wingdings" pitchFamily="2" charset="2"/>
              </a:endParaRPr>
            </a:p>
          </p:txBody>
        </p:sp>
        <p:sp>
          <p:nvSpPr>
            <p:cNvPr id="149" name="Text Box 323">
              <a:extLst>
                <a:ext uri="{FF2B5EF4-FFF2-40B4-BE49-F238E27FC236}">
                  <a16:creationId xmlns:a16="http://schemas.microsoft.com/office/drawing/2014/main" id="{96A3F6BA-C836-4A4C-B092-794D05C728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65517" y="5877121"/>
              <a:ext cx="204920" cy="1491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36000" tIns="36000" rIns="36000" bIns="36000" anchor="ctr">
              <a:spAutoFit/>
            </a:bodyPr>
            <a:lstStyle>
              <a:defPPr>
                <a:defRPr lang="ko-KR"/>
              </a:defPPr>
              <a:lvl1pPr algn="ctr" latinLnBrk="0">
                <a:spcBef>
                  <a:spcPts val="0"/>
                </a:spcBef>
                <a:defRPr sz="900" kern="0">
                  <a:solidFill>
                    <a:srgbClr val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  <a:cs typeface="Arial" pitchFamily="34" charset="0"/>
                </a:defRPr>
              </a:lvl1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kumimoji="1" lang="en-US" altLang="ko-KR" sz="700" b="1" i="0" u="none" strike="noStrike" kern="1200" cap="none" spc="0" normalizeH="0" baseline="0" noProof="0" dirty="0">
                  <a:ln>
                    <a:noFill/>
                  </a:ln>
                  <a:solidFill>
                    <a:srgbClr val="0066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pitchFamily="34" charset="0"/>
                  <a:sym typeface="Wingdings" pitchFamily="2" charset="2"/>
                </a:rPr>
                <a:t>3</a:t>
              </a:r>
              <a:r>
                <a:rPr kumimoji="1" lang="ko-KR" altLang="en-US" sz="700" b="1" i="0" u="none" strike="noStrike" kern="1200" cap="none" spc="0" normalizeH="0" baseline="0" noProof="0" dirty="0">
                  <a:ln>
                    <a:noFill/>
                  </a:ln>
                  <a:solidFill>
                    <a:srgbClr val="0066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pitchFamily="34" charset="0"/>
                  <a:sym typeface="Wingdings" pitchFamily="2" charset="2"/>
                </a:rPr>
                <a:t>월</a:t>
              </a:r>
              <a:endParaRPr kumimoji="1" lang="en-US" altLang="ko-KR" sz="7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  <a:sym typeface="Wingdings" pitchFamily="2" charset="2"/>
              </a:endParaRPr>
            </a:p>
          </p:txBody>
        </p:sp>
      </p:grpSp>
      <p:grpSp>
        <p:nvGrpSpPr>
          <p:cNvPr id="150" name="그룹 149">
            <a:extLst>
              <a:ext uri="{FF2B5EF4-FFF2-40B4-BE49-F238E27FC236}">
                <a16:creationId xmlns:a16="http://schemas.microsoft.com/office/drawing/2014/main" id="{CB2D3792-A213-4B2D-8CB4-4BBA08E8E6FE}"/>
              </a:ext>
            </a:extLst>
          </p:cNvPr>
          <p:cNvGrpSpPr/>
          <p:nvPr/>
        </p:nvGrpSpPr>
        <p:grpSpPr>
          <a:xfrm>
            <a:off x="8947305" y="5740743"/>
            <a:ext cx="247953" cy="217800"/>
            <a:chOff x="2265516" y="5861538"/>
            <a:chExt cx="204920" cy="180000"/>
          </a:xfrm>
        </p:grpSpPr>
        <p:sp>
          <p:nvSpPr>
            <p:cNvPr id="151" name="Oval 113">
              <a:extLst>
                <a:ext uri="{FF2B5EF4-FFF2-40B4-BE49-F238E27FC236}">
                  <a16:creationId xmlns:a16="http://schemas.microsoft.com/office/drawing/2014/main" id="{F077A406-0757-4D1D-AEC9-8CF330CBC8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75764" y="5861538"/>
              <a:ext cx="180000" cy="1800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>
                  <a:lumMod val="65000"/>
                  <a:lumOff val="35000"/>
                </a:schemeClr>
              </a:solidFill>
              <a:round/>
              <a:headEnd/>
              <a:tailEnd/>
            </a:ln>
          </p:spPr>
          <p:txBody>
            <a:bodyPr wrap="none" lIns="36000" tIns="36000" rIns="36000" bIns="36000" anchor="ctr"/>
            <a:lstStyle/>
            <a:p>
              <a:pPr marL="0" marR="0" lvl="0" indent="0" algn="ctr" defTabSz="102235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endParaRPr kumimoji="1" lang="en-US" altLang="ko-KR" sz="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  <a:sym typeface="Wingdings" pitchFamily="2" charset="2"/>
              </a:endParaRPr>
            </a:p>
          </p:txBody>
        </p:sp>
        <p:sp>
          <p:nvSpPr>
            <p:cNvPr id="152" name="Text Box 323">
              <a:extLst>
                <a:ext uri="{FF2B5EF4-FFF2-40B4-BE49-F238E27FC236}">
                  <a16:creationId xmlns:a16="http://schemas.microsoft.com/office/drawing/2014/main" id="{4F66B2D4-B0C0-4215-B670-4702639BD7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65516" y="5877121"/>
              <a:ext cx="204920" cy="1491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36000" tIns="36000" rIns="36000" bIns="36000" anchor="ctr">
              <a:spAutoFit/>
            </a:bodyPr>
            <a:lstStyle>
              <a:defPPr>
                <a:defRPr lang="ko-KR"/>
              </a:defPPr>
              <a:lvl1pPr algn="ctr" latinLnBrk="0">
                <a:spcBef>
                  <a:spcPts val="0"/>
                </a:spcBef>
                <a:defRPr sz="900" kern="0">
                  <a:solidFill>
                    <a:srgbClr val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  <a:cs typeface="Arial" pitchFamily="34" charset="0"/>
                </a:defRPr>
              </a:lvl1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lang="en-US" altLang="ko-KR" sz="700" b="1" kern="1200">
                  <a:solidFill>
                    <a:srgbClr val="006600"/>
                  </a:solidFill>
                </a:rPr>
                <a:t>1</a:t>
              </a:r>
              <a:r>
                <a:rPr lang="en-US" altLang="ko-KR" sz="700" b="1" kern="1200" dirty="0">
                  <a:solidFill>
                    <a:srgbClr val="006600"/>
                  </a:solidFill>
                </a:rPr>
                <a:t>0</a:t>
              </a:r>
              <a:r>
                <a:rPr kumimoji="1" lang="ko-KR" alt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0066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pitchFamily="34" charset="0"/>
                  <a:sym typeface="Wingdings" pitchFamily="2" charset="2"/>
                </a:rPr>
                <a:t>월</a:t>
              </a:r>
              <a:endParaRPr kumimoji="1" lang="en-US" altLang="ko-KR" sz="7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  <a:sym typeface="Wingdings" pitchFamily="2" charset="2"/>
              </a:endParaRPr>
            </a:p>
          </p:txBody>
        </p:sp>
      </p:grpSp>
      <p:sp>
        <p:nvSpPr>
          <p:cNvPr id="153" name="TextBox 152">
            <a:extLst>
              <a:ext uri="{FF2B5EF4-FFF2-40B4-BE49-F238E27FC236}">
                <a16:creationId xmlns:a16="http://schemas.microsoft.com/office/drawing/2014/main" id="{B1DD1B93-0FCA-4B15-AAE0-E3CC03731E74}"/>
              </a:ext>
            </a:extLst>
          </p:cNvPr>
          <p:cNvSpPr txBox="1"/>
          <p:nvPr/>
        </p:nvSpPr>
        <p:spPr>
          <a:xfrm>
            <a:off x="8765012" y="6122798"/>
            <a:ext cx="608659" cy="12311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XXX</a:t>
            </a:r>
          </a:p>
        </p:txBody>
      </p:sp>
      <p:grpSp>
        <p:nvGrpSpPr>
          <p:cNvPr id="107" name="그룹 106">
            <a:extLst>
              <a:ext uri="{FF2B5EF4-FFF2-40B4-BE49-F238E27FC236}">
                <a16:creationId xmlns:a16="http://schemas.microsoft.com/office/drawing/2014/main" id="{9B2A02C7-A835-474A-B34F-D57238B66394}"/>
              </a:ext>
            </a:extLst>
          </p:cNvPr>
          <p:cNvGrpSpPr/>
          <p:nvPr/>
        </p:nvGrpSpPr>
        <p:grpSpPr>
          <a:xfrm>
            <a:off x="7894328" y="5770545"/>
            <a:ext cx="247953" cy="217800"/>
            <a:chOff x="2265517" y="5861538"/>
            <a:chExt cx="204920" cy="180000"/>
          </a:xfrm>
        </p:grpSpPr>
        <p:sp>
          <p:nvSpPr>
            <p:cNvPr id="108" name="Oval 113">
              <a:extLst>
                <a:ext uri="{FF2B5EF4-FFF2-40B4-BE49-F238E27FC236}">
                  <a16:creationId xmlns:a16="http://schemas.microsoft.com/office/drawing/2014/main" id="{09EB46AE-71F4-49A7-9562-22FBDA9469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75764" y="5861538"/>
              <a:ext cx="180000" cy="1800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>
                  <a:lumMod val="65000"/>
                  <a:lumOff val="35000"/>
                </a:schemeClr>
              </a:solidFill>
              <a:round/>
              <a:headEnd/>
              <a:tailEnd/>
            </a:ln>
          </p:spPr>
          <p:txBody>
            <a:bodyPr wrap="none" lIns="36000" tIns="36000" rIns="36000" bIns="36000" anchor="ctr"/>
            <a:lstStyle/>
            <a:p>
              <a:pPr marL="0" marR="0" lvl="0" indent="0" algn="ctr" defTabSz="102235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endParaRPr kumimoji="1" lang="en-US" altLang="ko-KR" sz="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  <a:sym typeface="Wingdings" pitchFamily="2" charset="2"/>
              </a:endParaRPr>
            </a:p>
          </p:txBody>
        </p:sp>
        <p:sp>
          <p:nvSpPr>
            <p:cNvPr id="154" name="Text Box 323">
              <a:extLst>
                <a:ext uri="{FF2B5EF4-FFF2-40B4-BE49-F238E27FC236}">
                  <a16:creationId xmlns:a16="http://schemas.microsoft.com/office/drawing/2014/main" id="{B1EF272A-08AB-43C4-AC76-ECC51A0531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65517" y="5877121"/>
              <a:ext cx="204920" cy="1491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36000" tIns="36000" rIns="36000" bIns="36000" anchor="ctr">
              <a:spAutoFit/>
            </a:bodyPr>
            <a:lstStyle>
              <a:defPPr>
                <a:defRPr lang="ko-KR"/>
              </a:defPPr>
              <a:lvl1pPr algn="ctr" latinLnBrk="0">
                <a:spcBef>
                  <a:spcPts val="0"/>
                </a:spcBef>
                <a:defRPr sz="900" kern="0">
                  <a:solidFill>
                    <a:srgbClr val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  <a:cs typeface="Arial" pitchFamily="34" charset="0"/>
                </a:defRPr>
              </a:lvl1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kumimoji="1" lang="en-US" altLang="ko-KR" sz="700" b="1" i="0" u="none" strike="noStrike" kern="1200" cap="none" spc="0" normalizeH="0" baseline="0" noProof="0" dirty="0">
                  <a:ln>
                    <a:noFill/>
                  </a:ln>
                  <a:solidFill>
                    <a:srgbClr val="0066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pitchFamily="34" charset="0"/>
                  <a:sym typeface="Wingdings" pitchFamily="2" charset="2"/>
                </a:rPr>
                <a:t>6</a:t>
              </a:r>
              <a:r>
                <a:rPr kumimoji="1" lang="ko-KR" altLang="en-US" sz="700" b="1" i="0" u="none" strike="noStrike" kern="1200" cap="none" spc="0" normalizeH="0" baseline="0" noProof="0" dirty="0">
                  <a:ln>
                    <a:noFill/>
                  </a:ln>
                  <a:solidFill>
                    <a:srgbClr val="0066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pitchFamily="34" charset="0"/>
                  <a:sym typeface="Wingdings" pitchFamily="2" charset="2"/>
                </a:rPr>
                <a:t>월</a:t>
              </a:r>
              <a:endParaRPr kumimoji="1" lang="en-US" altLang="ko-KR" sz="7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  <a:sym typeface="Wingdings" pitchFamily="2" charset="2"/>
              </a:endParaRPr>
            </a:p>
          </p:txBody>
        </p:sp>
      </p:grpSp>
      <p:sp>
        <p:nvSpPr>
          <p:cNvPr id="155" name="TextBox 154">
            <a:extLst>
              <a:ext uri="{FF2B5EF4-FFF2-40B4-BE49-F238E27FC236}">
                <a16:creationId xmlns:a16="http://schemas.microsoft.com/office/drawing/2014/main" id="{6CC96DE8-07C8-4759-84FE-F42695C25BD3}"/>
              </a:ext>
            </a:extLst>
          </p:cNvPr>
          <p:cNvSpPr txBox="1"/>
          <p:nvPr/>
        </p:nvSpPr>
        <p:spPr>
          <a:xfrm>
            <a:off x="7022413" y="6105656"/>
            <a:ext cx="461672" cy="12311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XXX</a:t>
            </a: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5957BB19-26E9-4893-850B-C631E80F6D78}"/>
              </a:ext>
            </a:extLst>
          </p:cNvPr>
          <p:cNvSpPr txBox="1"/>
          <p:nvPr/>
        </p:nvSpPr>
        <p:spPr>
          <a:xfrm>
            <a:off x="6662190" y="6097030"/>
            <a:ext cx="421753" cy="12311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XXX</a:t>
            </a:r>
          </a:p>
        </p:txBody>
      </p:sp>
      <p:grpSp>
        <p:nvGrpSpPr>
          <p:cNvPr id="157" name="그룹 156">
            <a:extLst>
              <a:ext uri="{FF2B5EF4-FFF2-40B4-BE49-F238E27FC236}">
                <a16:creationId xmlns:a16="http://schemas.microsoft.com/office/drawing/2014/main" id="{4E21516C-DA0F-4349-B2DE-E39A16D48279}"/>
              </a:ext>
            </a:extLst>
          </p:cNvPr>
          <p:cNvGrpSpPr/>
          <p:nvPr/>
        </p:nvGrpSpPr>
        <p:grpSpPr>
          <a:xfrm>
            <a:off x="6732535" y="5746171"/>
            <a:ext cx="247953" cy="217800"/>
            <a:chOff x="2265517" y="5861538"/>
            <a:chExt cx="204920" cy="180000"/>
          </a:xfrm>
        </p:grpSpPr>
        <p:sp>
          <p:nvSpPr>
            <p:cNvPr id="158" name="Oval 113">
              <a:extLst>
                <a:ext uri="{FF2B5EF4-FFF2-40B4-BE49-F238E27FC236}">
                  <a16:creationId xmlns:a16="http://schemas.microsoft.com/office/drawing/2014/main" id="{90F0D963-C676-43D4-AAAD-BB6C43974C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75764" y="5861538"/>
              <a:ext cx="180000" cy="1800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>
                  <a:lumMod val="65000"/>
                  <a:lumOff val="35000"/>
                </a:schemeClr>
              </a:solidFill>
              <a:round/>
              <a:headEnd/>
              <a:tailEnd/>
            </a:ln>
          </p:spPr>
          <p:txBody>
            <a:bodyPr wrap="none" lIns="36000" tIns="36000" rIns="36000" bIns="36000" anchor="ctr"/>
            <a:lstStyle/>
            <a:p>
              <a:pPr marL="0" marR="0" lvl="0" indent="0" algn="ctr" defTabSz="102235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endParaRPr kumimoji="1" lang="en-US" altLang="ko-KR" sz="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  <a:sym typeface="Wingdings" pitchFamily="2" charset="2"/>
              </a:endParaRPr>
            </a:p>
          </p:txBody>
        </p:sp>
        <p:sp>
          <p:nvSpPr>
            <p:cNvPr id="159" name="Text Box 323">
              <a:extLst>
                <a:ext uri="{FF2B5EF4-FFF2-40B4-BE49-F238E27FC236}">
                  <a16:creationId xmlns:a16="http://schemas.microsoft.com/office/drawing/2014/main" id="{0A9790ED-55E9-426D-A3D7-7AA97C4BBB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65517" y="5877121"/>
              <a:ext cx="204920" cy="1491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36000" tIns="36000" rIns="36000" bIns="36000" anchor="ctr">
              <a:spAutoFit/>
            </a:bodyPr>
            <a:lstStyle>
              <a:defPPr>
                <a:defRPr lang="ko-KR"/>
              </a:defPPr>
              <a:lvl1pPr algn="ctr" latinLnBrk="0">
                <a:spcBef>
                  <a:spcPts val="0"/>
                </a:spcBef>
                <a:defRPr sz="900" kern="0">
                  <a:solidFill>
                    <a:srgbClr val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  <a:cs typeface="Arial" pitchFamily="34" charset="0"/>
                </a:defRPr>
              </a:lvl1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lang="en-US" altLang="ko-KR" sz="700" b="1" kern="1200" dirty="0">
                  <a:solidFill>
                    <a:srgbClr val="006600"/>
                  </a:solidFill>
                </a:rPr>
                <a:t>2</a:t>
              </a:r>
              <a:r>
                <a:rPr kumimoji="1" lang="ko-KR" altLang="en-US" sz="700" b="1" i="0" u="none" strike="noStrike" kern="1200" cap="none" spc="0" normalizeH="0" baseline="0" noProof="0" dirty="0">
                  <a:ln>
                    <a:noFill/>
                  </a:ln>
                  <a:solidFill>
                    <a:srgbClr val="0066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pitchFamily="34" charset="0"/>
                  <a:sym typeface="Wingdings" pitchFamily="2" charset="2"/>
                </a:rPr>
                <a:t>월</a:t>
              </a:r>
              <a:endParaRPr kumimoji="1" lang="en-US" altLang="ko-KR" sz="7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  <a:sym typeface="Wingdings" pitchFamily="2" charset="2"/>
              </a:endParaRPr>
            </a:p>
          </p:txBody>
        </p:sp>
      </p:grpSp>
      <p:sp>
        <p:nvSpPr>
          <p:cNvPr id="164" name="TextBox 36">
            <a:extLst>
              <a:ext uri="{FF2B5EF4-FFF2-40B4-BE49-F238E27FC236}">
                <a16:creationId xmlns:a16="http://schemas.microsoft.com/office/drawing/2014/main" id="{1F3069F6-793D-41D8-8D05-4735A3CD2B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022" y="1615612"/>
            <a:ext cx="4548824" cy="4186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36000" tIns="36000" rIns="36000" bIns="36000">
            <a:spAutoFit/>
          </a:bodyPr>
          <a:lstStyle>
            <a:lvl1pPr marL="179388" indent="-179388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lvl="0" indent="0" algn="l" defTabSz="457200" fontAlgn="auto" latinLnBrk="0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</a:rPr>
              <a:t>- XX </a:t>
            </a:r>
            <a:br>
              <a:rPr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100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XX</a:t>
            </a:r>
            <a:endParaRPr lang="ko-KR" altLang="en-US" sz="1000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60D0AF3-811F-49CC-AE49-AF01AFF36536}"/>
              </a:ext>
            </a:extLst>
          </p:cNvPr>
          <p:cNvSpPr txBox="1"/>
          <p:nvPr/>
        </p:nvSpPr>
        <p:spPr>
          <a:xfrm>
            <a:off x="5099225" y="4838896"/>
            <a:ext cx="4443827" cy="242943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1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  <a:sym typeface="Wingdings" pitchFamily="2" charset="2"/>
              </a:rPr>
              <a:t>1. </a:t>
            </a:r>
            <a:r>
              <a:rPr lang="en-US" altLang="ko-KR" sz="10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XX</a:t>
            </a:r>
            <a:endParaRPr kumimoji="1" lang="en-US" altLang="ko-KR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  <a:sym typeface="Wingdings" pitchFamily="2" charset="2"/>
            </a:endParaRPr>
          </a:p>
        </p:txBody>
      </p:sp>
      <p:sp>
        <p:nvSpPr>
          <p:cNvPr id="266" name="TextBox 265">
            <a:extLst>
              <a:ext uri="{FF2B5EF4-FFF2-40B4-BE49-F238E27FC236}">
                <a16:creationId xmlns:a16="http://schemas.microsoft.com/office/drawing/2014/main" id="{688CDDC0-313F-4641-863D-6EEC217F37D5}"/>
              </a:ext>
            </a:extLst>
          </p:cNvPr>
          <p:cNvSpPr txBox="1"/>
          <p:nvPr/>
        </p:nvSpPr>
        <p:spPr>
          <a:xfrm>
            <a:off x="7731321" y="6111543"/>
            <a:ext cx="608659" cy="12311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XXX</a:t>
            </a:r>
          </a:p>
        </p:txBody>
      </p:sp>
      <p:graphicFrame>
        <p:nvGraphicFramePr>
          <p:cNvPr id="267" name="표 266">
            <a:extLst>
              <a:ext uri="{FF2B5EF4-FFF2-40B4-BE49-F238E27FC236}">
                <a16:creationId xmlns:a16="http://schemas.microsoft.com/office/drawing/2014/main" id="{EAFB8968-FE7C-4378-88A4-05A6E4849E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8164288"/>
              </p:ext>
            </p:extLst>
          </p:nvPr>
        </p:nvGraphicFramePr>
        <p:xfrm>
          <a:off x="5032575" y="2732552"/>
          <a:ext cx="4716000" cy="684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9411">
                  <a:extLst>
                    <a:ext uri="{9D8B030D-6E8A-4147-A177-3AD203B41FA5}">
                      <a16:colId xmlns:a16="http://schemas.microsoft.com/office/drawing/2014/main" val="4213680383"/>
                    </a:ext>
                  </a:extLst>
                </a:gridCol>
                <a:gridCol w="1988598">
                  <a:extLst>
                    <a:ext uri="{9D8B030D-6E8A-4147-A177-3AD203B41FA5}">
                      <a16:colId xmlns:a16="http://schemas.microsoft.com/office/drawing/2014/main" val="273124759"/>
                    </a:ext>
                  </a:extLst>
                </a:gridCol>
                <a:gridCol w="1457991">
                  <a:extLst>
                    <a:ext uri="{9D8B030D-6E8A-4147-A177-3AD203B41FA5}">
                      <a16:colId xmlns:a16="http://schemas.microsoft.com/office/drawing/2014/main" val="869475291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51099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/>
                      <a:endParaRPr lang="ko-KR" altLang="en-US" sz="9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18000" marB="18000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fontAlgn="ctr" latinLnBrk="1" hangingPunct="1">
                        <a:buFont typeface="Arial" panose="020B0604020202020204" pitchFamily="34" charset="0"/>
                        <a:buNone/>
                        <a:tabLst>
                          <a:tab pos="317500" algn="l"/>
                        </a:tabLst>
                      </a:pPr>
                      <a:endParaRPr lang="en-US" altLang="ko-KR" sz="900" b="0" u="none" strike="noStrike" kern="1200" spc="-20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18000" marT="18000" marB="18000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0488" indent="-90488" algn="l" defTabSz="914400" rtl="0" eaLnBrk="1" fontAlgn="ctr" latinLnBrk="1" hangingPunct="1">
                        <a:buFont typeface="Arial" panose="020B0604020202020204" pitchFamily="34" charset="0"/>
                        <a:buChar char="•"/>
                      </a:pPr>
                      <a:endParaRPr lang="en-US" altLang="ko-KR" sz="900" b="0" u="none" strike="noStrike" kern="1200" spc="-20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18000" marT="18000" marB="18000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0106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/>
                      <a:endParaRPr lang="ko-KR" altLang="en-US" dirty="0"/>
                    </a:p>
                  </a:txBody>
                  <a:tcPr marL="18000" marR="18000" marT="18000" marB="18000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>
                          <a:tab pos="317500" algn="l"/>
                        </a:tabLst>
                        <a:defRPr/>
                      </a:pPr>
                      <a:endParaRPr lang="ko-KR" altLang="en-US" dirty="0"/>
                    </a:p>
                  </a:txBody>
                  <a:tcPr marL="18000" marR="18000" marT="18000" marB="18000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0488" marR="0" lvl="0" indent="-90488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ko-KR" sz="900" b="0" u="none" strike="noStrike" kern="1200" spc="-20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18000" marT="18000" marB="18000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53991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41049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extBox 53">
            <a:extLst>
              <a:ext uri="{FF2B5EF4-FFF2-40B4-BE49-F238E27FC236}">
                <a16:creationId xmlns:a16="http://schemas.microsoft.com/office/drawing/2014/main" id="{FE2FC509-7BFD-49FA-9B8E-3D76C532BCB7}"/>
              </a:ext>
            </a:extLst>
          </p:cNvPr>
          <p:cNvSpPr txBox="1"/>
          <p:nvPr/>
        </p:nvSpPr>
        <p:spPr>
          <a:xfrm>
            <a:off x="16551" y="27645"/>
            <a:ext cx="84648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2000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유첨</a:t>
            </a:r>
            <a:r>
              <a:rPr lang="en-US" altLang="ko-KR" sz="2000" b="1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. </a:t>
            </a:r>
            <a:endParaRPr lang="ko-KR" altLang="en-US" sz="2000" b="1" dirty="0">
              <a:latin typeface="Arial Narrow" panose="020B0606020202030204" pitchFamily="34" charset="0"/>
              <a:ea typeface="LG스마트체 Regular" panose="020B0600000101010101" pitchFamily="50" charset="-127"/>
              <a:cs typeface="Arial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E4792C8F-B9D0-4DB8-8DF3-E97A06E07097}"/>
              </a:ext>
            </a:extLst>
          </p:cNvPr>
          <p:cNvCxnSpPr>
            <a:cxnSpLocks/>
          </p:cNvCxnSpPr>
          <p:nvPr/>
        </p:nvCxnSpPr>
        <p:spPr>
          <a:xfrm>
            <a:off x="121644" y="422705"/>
            <a:ext cx="274312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AutoShape 5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35ADE747-E499-4D14-BC95-00718DD060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55163" y="116632"/>
            <a:ext cx="234950" cy="215900"/>
          </a:xfrm>
          <a:prstGeom prst="actionButtonReturn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marL="457200" indent="-457200" eaLnBrk="0" hangingPunct="0">
              <a:defRPr kumimoji="1" sz="1100">
                <a:solidFill>
                  <a:schemeClr val="tx1"/>
                </a:solidFill>
                <a:latin typeface="Arial" charset="0"/>
                <a:ea typeface="돋움" pitchFamily="50" charset="-127"/>
                <a:sym typeface="Wingdings" pitchFamily="2" charset="2"/>
              </a:defRPr>
            </a:lvl1pPr>
            <a:lvl2pPr marL="742950" indent="-285750" eaLnBrk="0" hangingPunct="0">
              <a:defRPr kumimoji="1" sz="1100">
                <a:solidFill>
                  <a:schemeClr val="tx1"/>
                </a:solidFill>
                <a:latin typeface="Arial" charset="0"/>
                <a:ea typeface="돋움" pitchFamily="50" charset="-127"/>
                <a:sym typeface="Wingdings" pitchFamily="2" charset="2"/>
              </a:defRPr>
            </a:lvl2pPr>
            <a:lvl3pPr marL="1143000" indent="-228600" eaLnBrk="0" hangingPunct="0">
              <a:defRPr kumimoji="1" sz="1100">
                <a:solidFill>
                  <a:schemeClr val="tx1"/>
                </a:solidFill>
                <a:latin typeface="Arial" charset="0"/>
                <a:ea typeface="돋움" pitchFamily="50" charset="-127"/>
                <a:sym typeface="Wingdings" pitchFamily="2" charset="2"/>
              </a:defRPr>
            </a:lvl3pPr>
            <a:lvl4pPr marL="1600200" indent="-228600" eaLnBrk="0" hangingPunct="0">
              <a:defRPr kumimoji="1" sz="1100">
                <a:solidFill>
                  <a:schemeClr val="tx1"/>
                </a:solidFill>
                <a:latin typeface="Arial" charset="0"/>
                <a:ea typeface="돋움" pitchFamily="50" charset="-127"/>
                <a:sym typeface="Wingdings" pitchFamily="2" charset="2"/>
              </a:defRPr>
            </a:lvl4pPr>
            <a:lvl5pPr marL="2057400" indent="-228600" eaLnBrk="0" hangingPunct="0">
              <a:defRPr kumimoji="1" sz="1100">
                <a:solidFill>
                  <a:schemeClr val="tx1"/>
                </a:solidFill>
                <a:latin typeface="Arial" charset="0"/>
                <a:ea typeface="돋움" pitchFamily="50" charset="-127"/>
                <a:sym typeface="Wingdings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defRPr kumimoji="1" sz="1100">
                <a:solidFill>
                  <a:schemeClr val="tx1"/>
                </a:solidFill>
                <a:latin typeface="Arial" charset="0"/>
                <a:ea typeface="돋움" pitchFamily="50" charset="-127"/>
                <a:sym typeface="Wingdings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defRPr kumimoji="1" sz="1100">
                <a:solidFill>
                  <a:schemeClr val="tx1"/>
                </a:solidFill>
                <a:latin typeface="Arial" charset="0"/>
                <a:ea typeface="돋움" pitchFamily="50" charset="-127"/>
                <a:sym typeface="Wingdings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defRPr kumimoji="1" sz="1100">
                <a:solidFill>
                  <a:schemeClr val="tx1"/>
                </a:solidFill>
                <a:latin typeface="Arial" charset="0"/>
                <a:ea typeface="돋움" pitchFamily="50" charset="-127"/>
                <a:sym typeface="Wingdings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defRPr kumimoji="1" sz="1100">
                <a:solidFill>
                  <a:schemeClr val="tx1"/>
                </a:solidFill>
                <a:latin typeface="Arial" charset="0"/>
                <a:ea typeface="돋움" pitchFamily="50" charset="-127"/>
                <a:sym typeface="Wingdings" pitchFamily="2" charset="2"/>
              </a:defRPr>
            </a:lvl9pPr>
          </a:lstStyle>
          <a:p>
            <a:pPr eaLnBrk="1" hangingPunct="1"/>
            <a:endParaRPr lang="ko-KR" altLang="en-US" sz="1000">
              <a:ea typeface="굴림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65295270"/>
      </p:ext>
    </p:extLst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5_Blank">
  <a:themeElements>
    <a:clrScheme name="Blank 14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CCFFFF"/>
      </a:accent1>
      <a:accent2>
        <a:srgbClr val="333399"/>
      </a:accent2>
      <a:accent3>
        <a:srgbClr val="FFFFFF"/>
      </a:accent3>
      <a:accent4>
        <a:srgbClr val="000000"/>
      </a:accent4>
      <a:accent5>
        <a:srgbClr val="E2FFF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Arial"/>
        <a:ea typeface="굴림"/>
        <a:cs typeface=""/>
      </a:majorFont>
      <a:minorFont>
        <a:latin typeface="Tahoma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rebuchet MS" pitchFamily="34" charset="0"/>
            <a:ea typeface="돋움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rebuchet MS" pitchFamily="34" charset="0"/>
            <a:ea typeface="돋움" pitchFamily="50" charset="-127"/>
          </a:defRPr>
        </a:defPPr>
      </a:lstStyle>
    </a:lnDef>
    <a:txDef>
      <a:spPr>
        <a:noFill/>
      </a:spPr>
      <a:bodyPr wrap="none" rtlCol="0">
        <a:spAutoFit/>
      </a:bodyPr>
      <a:lstStyle>
        <a:defPPr>
          <a:defRPr sz="1600" dirty="0" smtClean="0">
            <a:latin typeface="+mj-lt"/>
          </a:defRPr>
        </a:defPPr>
      </a:lstStyle>
    </a:tx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CECFF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E2F4F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14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CFFFF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E2FFF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 narrow/LG스마트체 Light">
      <a:majorFont>
        <a:latin typeface="Arial Narrow"/>
        <a:ea typeface="LG스마트체 Light"/>
        <a:cs typeface=""/>
      </a:majorFont>
      <a:minorFont>
        <a:latin typeface="Arial Narrow"/>
        <a:ea typeface="LG스마트체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/>
        </a:solidFill>
        <a:ln w="9525" algn="ctr">
          <a:solidFill>
            <a:schemeClr val="tx1"/>
          </a:solidFill>
          <a:miter lim="800000"/>
          <a:headEnd/>
          <a:tailEnd/>
        </a:ln>
      </a:spPr>
      <a:bodyPr lIns="0" rIns="0" anchor="ctr"/>
      <a:lstStyle>
        <a:defPPr algn="ctr" fontAlgn="base">
          <a:spcBef>
            <a:spcPct val="0"/>
          </a:spcBef>
          <a:spcAft>
            <a:spcPct val="0"/>
          </a:spcAft>
          <a:buFont typeface="Wingdings" pitchFamily="2" charset="2"/>
          <a:buNone/>
          <a:defRPr kumimoji="1" sz="800" b="1" dirty="0" smtClean="0">
            <a:solidFill>
              <a:srgbClr val="000000"/>
            </a:solidFill>
            <a:latin typeface="Arial Narrow" panose="020B0606020202030204" pitchFamily="34" charset="0"/>
            <a:ea typeface="LG스마트체 Regular" pitchFamily="50" charset="-127"/>
            <a:cs typeface="Arial" pitchFamily="34" charset="0"/>
            <a:sym typeface="Wingdings" pitchFamily="2" charset="2"/>
          </a:defRPr>
        </a:defPPr>
      </a:lstStyle>
    </a:spDef>
  </a:objectDefaults>
  <a:extraClrSchemeLst/>
</a:theme>
</file>

<file path=ppt/theme/theme4.xml><?xml version="1.0" encoding="utf-8"?>
<a:theme xmlns:a="http://schemas.openxmlformats.org/drawingml/2006/main" name="2_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Wingdings" pitchFamily="2" charset="2"/>
          <a:buNone/>
          <a:tabLst/>
          <a:defRPr kumimoji="1" lang="ko-KR" altLang="en-US" sz="11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돋움" pitchFamily="50" charset="-127"/>
            <a:sym typeface="Wingdings" pitchFamily="2" charset="2"/>
          </a:defRPr>
        </a:defPPr>
      </a:lstStyle>
    </a:spDef>
    <a:lnDef>
      <a:spPr bwMode="auto"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/>
      <a:lstStyle/>
    </a:lnDef>
    <a:txDef>
      <a:spPr>
        <a:solidFill>
          <a:srgbClr val="FFFF00"/>
        </a:solidFill>
      </a:spPr>
      <a:bodyPr wrap="square" rtlCol="0">
        <a:spAutoFit/>
      </a:bodyPr>
      <a:lstStyle>
        <a:defPPr algn="l">
          <a:defRPr smtClean="0">
            <a:latin typeface="LG스마트체 Regular" panose="020B0600000101010101" pitchFamily="50" charset="-127"/>
            <a:ea typeface="LG스마트체 Regular" panose="020B0600000101010101" pitchFamily="50" charset="-127"/>
          </a:defRPr>
        </a:defPPr>
      </a:lstStyle>
    </a:tx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AB2D9BBF2282E34897068B96C2D80177" ma:contentTypeVersion="13" ma:contentTypeDescription="새 문서를 만듭니다." ma:contentTypeScope="" ma:versionID="852e1b5ad1d355d783f36bbb649938d3">
  <xsd:schema xmlns:xsd="http://www.w3.org/2001/XMLSchema" xmlns:xs="http://www.w3.org/2001/XMLSchema" xmlns:p="http://schemas.microsoft.com/office/2006/metadata/properties" xmlns:ns2="29e16c4d-7aee-4056-bb15-72a991ecb864" xmlns:ns3="527eb78c-046c-43d1-8428-6c08371dabeb" targetNamespace="http://schemas.microsoft.com/office/2006/metadata/properties" ma:root="true" ma:fieldsID="c77165589e75e2cdc3dde5c9ca07f10c" ns2:_="" ns3:_="">
    <xsd:import namespace="29e16c4d-7aee-4056-bb15-72a991ecb864"/>
    <xsd:import namespace="527eb78c-046c-43d1-8428-6c08371dabeb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e16c4d-7aee-4056-bb15-72a991ecb864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이미지 태그" ma:readOnly="false" ma:fieldId="{5cf76f15-5ced-4ddc-b409-7134ff3c332f}" ma:taxonomyMulti="true" ma:sspId="86b6c907-f9fa-4eeb-aa90-8a0f9d8669b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27eb78c-046c-43d1-8428-6c08371dabeb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2e8f1b70-2112-42e2-888e-d2ee53872745}" ma:internalName="TaxCatchAll" ma:showField="CatchAllData" ma:web="527eb78c-046c-43d1-8428-6c08371dabe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9e16c4d-7aee-4056-bb15-72a991ecb864">
      <Terms xmlns="http://schemas.microsoft.com/office/infopath/2007/PartnerControls"/>
    </lcf76f155ced4ddcb4097134ff3c332f>
    <TaxCatchAll xmlns="527eb78c-046c-43d1-8428-6c08371dabeb" xsi:nil="true"/>
  </documentManagement>
</p:properties>
</file>

<file path=customXml/itemProps1.xml><?xml version="1.0" encoding="utf-8"?>
<ds:datastoreItem xmlns:ds="http://schemas.openxmlformats.org/officeDocument/2006/customXml" ds:itemID="{62290D6F-914D-49BC-9238-FB399FB3451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9e16c4d-7aee-4056-bb15-72a991ecb864"/>
    <ds:schemaRef ds:uri="527eb78c-046c-43d1-8428-6c08371dabe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B846B1B-0161-4108-86F2-1140ECB5594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D43B1F3-2F13-49DC-A335-A2962B677746}">
  <ds:schemaRefs>
    <ds:schemaRef ds:uri="http://schemas.openxmlformats.org/package/2006/metadata/core-properties"/>
    <ds:schemaRef ds:uri="http://purl.org/dc/terms/"/>
    <ds:schemaRef ds:uri="http://purl.org/dc/elements/1.1/"/>
    <ds:schemaRef ds:uri="29e16c4d-7aee-4056-bb15-72a991ecb864"/>
    <ds:schemaRef ds:uri="http://schemas.microsoft.com/office/2006/documentManagement/types"/>
    <ds:schemaRef ds:uri="http://schemas.microsoft.com/office/infopath/2007/PartnerControls"/>
    <ds:schemaRef ds:uri="http://purl.org/dc/dcmitype/"/>
    <ds:schemaRef ds:uri="527eb78c-046c-43d1-8428-6c08371dabeb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2019-LSO-TDA-A0007_LSO-TDKA0002_설비개발_V5.1_수정중</Template>
  <TotalTime>326306</TotalTime>
  <Words>108</Words>
  <Application>Microsoft Office PowerPoint</Application>
  <PresentationFormat>A4 용지(210x297mm)</PresentationFormat>
  <Paragraphs>50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4</vt:i4>
      </vt:variant>
      <vt:variant>
        <vt:lpstr>슬라이드 제목</vt:lpstr>
      </vt:variant>
      <vt:variant>
        <vt:i4>2</vt:i4>
      </vt:variant>
    </vt:vector>
  </HeadingPairs>
  <TitlesOfParts>
    <vt:vector size="14" baseType="lpstr">
      <vt:lpstr>HY헤드라인M</vt:lpstr>
      <vt:lpstr>LG스마트체 Regular</vt:lpstr>
      <vt:lpstr>ZapfDingbats</vt:lpstr>
      <vt:lpstr>굴림</vt:lpstr>
      <vt:lpstr>맑은 고딕</vt:lpstr>
      <vt:lpstr>Arial</vt:lpstr>
      <vt:lpstr>Arial Narrow</vt:lpstr>
      <vt:lpstr>Wingdings</vt:lpstr>
      <vt:lpstr>디자인 사용자 지정</vt:lpstr>
      <vt:lpstr>5_Blank</vt:lpstr>
      <vt:lpstr>1_Office 테마</vt:lpstr>
      <vt:lpstr>2_기본 디자인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이진수/jinslee/소형전지.개발.원통형／각형.각형팀</dc:creator>
  <cp:lastModifiedBy>강모원(MOWON KANG)[mowon.kang]/책임/생산기술혁신.인프라.FA.기술혁신P</cp:lastModifiedBy>
  <cp:revision>2721</cp:revision>
  <cp:lastPrinted>2021-10-06T08:36:24Z</cp:lastPrinted>
  <dcterms:created xsi:type="dcterms:W3CDTF">2019-08-26T00:35:33Z</dcterms:created>
  <dcterms:modified xsi:type="dcterms:W3CDTF">2026-05-11T23:34:50Z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0x010100AB2D9BBF2282E34897068B96C2D80177</vt:lpwstr>
  </property>
  <property fmtid="{D5CDD505-2E9C-101B-9397-08002B2CF9AE}" pid="3" name="MediaServiceImageTags">
    <vt:lpwstr/>
  </property>
</Properties>
</file>