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3" r:id="rId1"/>
    <p:sldMasterId id="2147484012" r:id="rId2"/>
    <p:sldMasterId id="2147484015" r:id="rId3"/>
    <p:sldMasterId id="2147484017" r:id="rId4"/>
    <p:sldMasterId id="2147484045" r:id="rId5"/>
    <p:sldMasterId id="2147484061" r:id="rId6"/>
    <p:sldMasterId id="2147484064" r:id="rId7"/>
    <p:sldMasterId id="2147484067" r:id="rId8"/>
  </p:sldMasterIdLst>
  <p:notesMasterIdLst>
    <p:notesMasterId r:id="rId21"/>
  </p:notesMasterIdLst>
  <p:sldIdLst>
    <p:sldId id="2147481776" r:id="rId9"/>
    <p:sldId id="265" r:id="rId10"/>
    <p:sldId id="2147483625" r:id="rId11"/>
    <p:sldId id="261" r:id="rId12"/>
    <p:sldId id="2147483632" r:id="rId13"/>
    <p:sldId id="2147483428" r:id="rId14"/>
    <p:sldId id="2147483582" r:id="rId15"/>
    <p:sldId id="2147483429" r:id="rId16"/>
    <p:sldId id="264" r:id="rId17"/>
    <p:sldId id="260" r:id="rId18"/>
    <p:sldId id="2147483614" r:id="rId19"/>
    <p:sldId id="257" r:id="rId20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EDE10C7-1E5F-47C6-9807-223AD66FEBB8}">
          <p14:sldIdLst>
            <p14:sldId id="2147481776"/>
          </p14:sldIdLst>
        </p14:section>
        <p14:section name="보조" id="{D3F28DCA-6C08-4824-ABE7-8CD51AD0C088}">
          <p14:sldIdLst>
            <p14:sldId id="265"/>
            <p14:sldId id="2147483625"/>
            <p14:sldId id="261"/>
            <p14:sldId id="2147483632"/>
            <p14:sldId id="2147483428"/>
            <p14:sldId id="2147483582"/>
          </p14:sldIdLst>
        </p14:section>
        <p14:section name="설비컨셉" id="{27253516-26B0-4F05-BB00-8B54A0B6169C}">
          <p14:sldIdLst>
            <p14:sldId id="2147483429"/>
            <p14:sldId id="264"/>
            <p14:sldId id="260"/>
          </p14:sldIdLst>
        </p14:section>
        <p14:section name="보조 과제" id="{F5CA6E75-DFA3-457D-9957-8C8F5A797082}">
          <p14:sldIdLst>
            <p14:sldId id="2147483614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2" pos="3120" userDrawn="1">
          <p15:clr>
            <a:srgbClr val="A4A3A4"/>
          </p15:clr>
        </p15:guide>
        <p15:guide id="4" pos="1306" userDrawn="1">
          <p15:clr>
            <a:srgbClr val="A4A3A4"/>
          </p15:clr>
        </p15:guide>
        <p15:guide id="6" pos="217" userDrawn="1">
          <p15:clr>
            <a:srgbClr val="A4A3A4"/>
          </p15:clr>
        </p15:guide>
        <p15:guide id="7" orient="horz" pos="2024" userDrawn="1">
          <p15:clr>
            <a:srgbClr val="A4A3A4"/>
          </p15:clr>
        </p15:guide>
        <p15:guide id="8" orient="horz" pos="822" userDrawn="1">
          <p15:clr>
            <a:srgbClr val="A4A3A4"/>
          </p15:clr>
        </p15:guide>
        <p15:guide id="9" pos="6023" userDrawn="1">
          <p15:clr>
            <a:srgbClr val="A4A3A4"/>
          </p15:clr>
        </p15:guide>
        <p15:guide id="10" pos="2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00CC"/>
    <a:srgbClr val="FFDDDD"/>
    <a:srgbClr val="FF9999"/>
    <a:srgbClr val="ABCDEB"/>
    <a:srgbClr val="3399FF"/>
    <a:srgbClr val="C3A61B"/>
    <a:srgbClr val="FF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62" autoAdjust="0"/>
    <p:restoredTop sz="86675" autoAdjust="0"/>
  </p:normalViewPr>
  <p:slideViewPr>
    <p:cSldViewPr snapToGrid="0" showGuides="1">
      <p:cViewPr varScale="1">
        <p:scale>
          <a:sx n="119" d="100"/>
          <a:sy n="119" d="100"/>
        </p:scale>
        <p:origin x="3276" y="108"/>
      </p:cViewPr>
      <p:guideLst>
        <p:guide pos="3120"/>
        <p:guide pos="1306"/>
        <p:guide pos="217"/>
        <p:guide orient="horz" pos="2024"/>
        <p:guide orient="horz" pos="822"/>
        <p:guide pos="6023"/>
        <p:guide pos="27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1" cy="495029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1" cy="495029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BC7DE842-4002-4745-BE8C-0386330F38D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0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7"/>
            <a:ext cx="2918831" cy="495028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47F7F431-8AF7-49BA-BD0A-01FD79B3B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2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7F431-8AF7-49BA-BD0A-01FD79B3BFD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380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상부 가이드 명칭 변경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(Rail-less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가이드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or Rack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일체형 가이드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STO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비교해도 됨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Master Plan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(10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끝내는 일정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228600" indent="-228600">
              <a:buAutoNum type="arabicPeriod"/>
            </a:pP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반송물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정보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각형 포함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Spec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buAutoNum type="arabicPeriod"/>
            </a:pPr>
            <a:r>
              <a:rPr lang="en-US" altLang="ko-KR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2D Vision</a:t>
            </a:r>
            <a:r>
              <a:rPr lang="ko-KR" altLang="en-US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사진 </a:t>
            </a:r>
            <a:r>
              <a:rPr lang="en-US" altLang="ko-KR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 수정</a:t>
            </a:r>
            <a:r>
              <a:rPr lang="en-US" altLang="ko-KR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차체 </a:t>
            </a:r>
            <a:r>
              <a:rPr lang="en-US" altLang="ko-KR" sz="1200" strike="sngStrik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Align)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,, 2D VISION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인터락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위치 틀어짐 알람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228600" indent="-228600">
              <a:buAutoNum type="arabicPeriod"/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충전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비율 추가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충전 시작 시점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C-rate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무선 충전 사진 변경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7F431-8AF7-49BA-BD0A-01FD79B3BFD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305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44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01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50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AB55-7D7A-4CBA-841F-AD8632C41FEF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866D-2317-4252-BD30-C4B2829589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0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05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B848-9562-4DEB-9EAD-8FAC441949C1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AC0F-41AA-488A-96EE-4B2A6C1545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41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44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39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58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43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225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025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3D5CD4-6E1F-4DB5-9771-9FB112D88EC7}" type="datetimeFigureOut">
              <a:rPr lang="ko-KR" altLang="en-US">
                <a:solidFill>
                  <a:prstClr val="black">
                    <a:tint val="75000"/>
                  </a:prstClr>
                </a:solidFill>
                <a:latin typeface="Arial Narrow"/>
                <a:ea typeface="LG스마트체 Regular"/>
              </a:rPr>
              <a:pPr>
                <a:defRPr/>
              </a:pPr>
              <a:t>2026-05-18</a:t>
            </a:fld>
            <a:endParaRPr lang="ko-KR" altLang="en-US">
              <a:solidFill>
                <a:prstClr val="black">
                  <a:tint val="75000"/>
                </a:prstClr>
              </a:solidFill>
              <a:latin typeface="Arial Narrow"/>
              <a:ea typeface="LG스마트체 Regular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  <a:latin typeface="Arial Narrow"/>
              <a:ea typeface="LG스마트체 Regular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9FAD0B-B0F0-4C46-A6A7-A2520415BCE8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Arial Narrow"/>
                <a:ea typeface="LG스마트체 Regular"/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  <a:latin typeface="Arial Narrow"/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68839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81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_밑줄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980" y="66675"/>
            <a:ext cx="9576000" cy="432000"/>
          </a:xfrm>
          <a:prstGeom prst="rect">
            <a:avLst/>
          </a:prstGeom>
        </p:spPr>
        <p:txBody>
          <a:bodyPr/>
          <a:lstStyle>
            <a:lvl1pPr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>
                <a:solidFill>
                  <a:schemeClr val="tx1"/>
                </a:solidFill>
                <a:latin typeface="Arial Narrow" pitchFamily="34" charset="0"/>
                <a:ea typeface="LG스마트체 Regular" pitchFamily="50" charset="-127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090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160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759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531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82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214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1780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703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71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25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0" r:id="rId2"/>
    <p:sldLayoutId id="2147484071" r:id="rId3"/>
    <p:sldLayoutId id="2147484072" r:id="rId4"/>
    <p:sldLayoutId id="2147484073" r:id="rId5"/>
    <p:sldLayoutId id="214748407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8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</p:sldLayoutIdLst>
  <p:txStyles>
    <p:titleStyle>
      <a:lvl1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  <a:cs typeface="+mj-cs"/>
        </a:defRPr>
      </a:lvl1pPr>
      <a:lvl2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2pPr>
      <a:lvl3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3pPr>
      <a:lvl4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4pPr>
      <a:lvl5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5pPr>
      <a:lvl6pPr marL="9144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3716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8288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2860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  <a:cs typeface="+mn-cs"/>
        </a:defRPr>
      </a:lvl1pPr>
      <a:lvl2pPr marL="762000" indent="-304800" algn="l" rtl="0" eaLnBrk="0" fontAlgn="base" latinLnBrk="1" hangingPunct="0"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2pPr>
      <a:lvl3pPr marL="1181100" indent="-266700" algn="l" rtl="0" eaLnBrk="0" fontAlgn="base" latinLnBrk="1" hangingPunct="0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63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85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2" r:id="rId4"/>
    <p:sldLayoutId id="2147484023" r:id="rId5"/>
    <p:sldLayoutId id="2147484024" r:id="rId6"/>
    <p:sldLayoutId id="2147484025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6204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241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6860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482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27025" indent="-3270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27075" indent="-2698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25538" indent="-21113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84325" indent="-21113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2039938" indent="-21113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509117" indent="-228101" algn="l" rtl="0" fontAlgn="base" latinLnBrk="1">
        <a:spcBef>
          <a:spcPct val="20000"/>
        </a:spcBef>
        <a:spcAft>
          <a:spcPct val="0"/>
        </a:spcAft>
        <a:buChar char="»"/>
        <a:defRPr kumimoji="1" sz="1999">
          <a:solidFill>
            <a:schemeClr val="tx1"/>
          </a:solidFill>
          <a:latin typeface="+mn-lt"/>
          <a:ea typeface="+mn-ea"/>
        </a:defRPr>
      </a:lvl6pPr>
      <a:lvl7pPr marL="2965333" indent="-228101" algn="l" rtl="0" fontAlgn="base" latinLnBrk="1">
        <a:spcBef>
          <a:spcPct val="20000"/>
        </a:spcBef>
        <a:spcAft>
          <a:spcPct val="0"/>
        </a:spcAft>
        <a:buChar char="»"/>
        <a:defRPr kumimoji="1" sz="1999">
          <a:solidFill>
            <a:schemeClr val="tx1"/>
          </a:solidFill>
          <a:latin typeface="+mn-lt"/>
          <a:ea typeface="+mn-ea"/>
        </a:defRPr>
      </a:lvl7pPr>
      <a:lvl8pPr marL="3421530" indent="-228101" algn="l" rtl="0" fontAlgn="base" latinLnBrk="1">
        <a:spcBef>
          <a:spcPct val="20000"/>
        </a:spcBef>
        <a:spcAft>
          <a:spcPct val="0"/>
        </a:spcAft>
        <a:buChar char="»"/>
        <a:defRPr kumimoji="1" sz="1999">
          <a:solidFill>
            <a:schemeClr val="tx1"/>
          </a:solidFill>
          <a:latin typeface="+mn-lt"/>
          <a:ea typeface="+mn-ea"/>
        </a:defRPr>
      </a:lvl8pPr>
      <a:lvl9pPr marL="3877738" indent="-228101" algn="l" rtl="0" fontAlgn="base" latinLnBrk="1">
        <a:spcBef>
          <a:spcPct val="20000"/>
        </a:spcBef>
        <a:spcAft>
          <a:spcPct val="0"/>
        </a:spcAft>
        <a:buChar char="»"/>
        <a:defRPr kumimoji="1" sz="199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6204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2412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608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820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019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37228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3431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49634" algn="l" defTabSz="912412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7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</p:sldLayoutIdLst>
  <p:txStyles>
    <p:titleStyle>
      <a:lvl1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  <a:cs typeface="+mj-cs"/>
        </a:defRPr>
      </a:lvl1pPr>
      <a:lvl2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2pPr>
      <a:lvl3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3pPr>
      <a:lvl4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4pPr>
      <a:lvl5pPr marL="457200" indent="-457200"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5pPr>
      <a:lvl6pPr marL="9144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3716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8288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286000" indent="-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  <a:cs typeface="+mn-cs"/>
        </a:defRPr>
      </a:lvl1pPr>
      <a:lvl2pPr marL="762000" indent="-304800" algn="l" rtl="0" eaLnBrk="0" fontAlgn="base" latinLnBrk="1" hangingPunct="0"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2pPr>
      <a:lvl3pPr marL="1181100" indent="-266700" algn="l" rtl="0" eaLnBrk="0" fontAlgn="base" latinLnBrk="1" hangingPunct="0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Gulim" panose="020B0600000101010101" pitchFamily="50" charset="-127"/>
          <a:ea typeface="Gulim" panose="020B0600000101010101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2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08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34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slide" Target="slide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CE7E7E-30E6-43DE-AD32-D98543165AB4}"/>
              </a:ext>
            </a:extLst>
          </p:cNvPr>
          <p:cNvSpPr/>
          <p:nvPr/>
        </p:nvSpPr>
        <p:spPr>
          <a:xfrm>
            <a:off x="421261" y="826232"/>
            <a:ext cx="580956" cy="123968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분류 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0327F2-3568-4731-9418-F0F55D01BA77}"/>
              </a:ext>
            </a:extLst>
          </p:cNvPr>
          <p:cNvSpPr/>
          <p:nvPr/>
        </p:nvSpPr>
        <p:spPr>
          <a:xfrm>
            <a:off x="421261" y="5622563"/>
            <a:ext cx="580956" cy="89224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분류 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7CC4FD-D830-47AD-8F98-D9F8A607DAAA}"/>
              </a:ext>
            </a:extLst>
          </p:cNvPr>
          <p:cNvSpPr/>
          <p:nvPr/>
        </p:nvSpPr>
        <p:spPr>
          <a:xfrm>
            <a:off x="421261" y="3334003"/>
            <a:ext cx="580956" cy="2127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분류 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720AB-8C01-472A-B5B0-42509688E8E8}"/>
              </a:ext>
            </a:extLst>
          </p:cNvPr>
          <p:cNvSpPr txBox="1"/>
          <p:nvPr/>
        </p:nvSpPr>
        <p:spPr>
          <a:xfrm>
            <a:off x="236537" y="207063"/>
            <a:ext cx="1271182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예시</a:t>
            </a:r>
            <a:r>
              <a:rPr lang="en-US" altLang="ko-KR" dirty="0"/>
              <a:t>&gt; </a:t>
            </a:r>
            <a:r>
              <a:rPr lang="ko-KR" altLang="en-US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6273CB-A388-49C0-BC77-51322D64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495" y="6659755"/>
            <a:ext cx="193964" cy="152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algn="ctr" defTabSz="914400" latinLnBrk="1">
              <a:lnSpc>
                <a:spcPct val="114000"/>
              </a:lnSpc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 / 2</a:t>
            </a:r>
            <a:endParaRPr kumimoji="0" lang="ko-KR" altLang="en-US" sz="9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2E0B8D-52FA-4D98-9DA2-6FAFFD2F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788" y="875976"/>
            <a:ext cx="993862" cy="196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세션 메시지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A3A05103-F224-4D2D-99A0-F713E252B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35447"/>
              </p:ext>
            </p:extLst>
          </p:nvPr>
        </p:nvGraphicFramePr>
        <p:xfrm>
          <a:off x="1258162" y="3887554"/>
          <a:ext cx="7606625" cy="1529415"/>
        </p:xfrm>
        <a:graphic>
          <a:graphicData uri="http://schemas.openxmlformats.org/drawingml/2006/table">
            <a:tbl>
              <a:tblPr/>
              <a:tblGrid>
                <a:gridCol w="1303141">
                  <a:extLst>
                    <a:ext uri="{9D8B030D-6E8A-4147-A177-3AD203B41FA5}">
                      <a16:colId xmlns:a16="http://schemas.microsoft.com/office/drawing/2014/main" val="3929204130"/>
                    </a:ext>
                  </a:extLst>
                </a:gridCol>
                <a:gridCol w="2431250">
                  <a:extLst>
                    <a:ext uri="{9D8B030D-6E8A-4147-A177-3AD203B41FA5}">
                      <a16:colId xmlns:a16="http://schemas.microsoft.com/office/drawing/2014/main" val="3301559663"/>
                    </a:ext>
                  </a:extLst>
                </a:gridCol>
                <a:gridCol w="1119607">
                  <a:extLst>
                    <a:ext uri="{9D8B030D-6E8A-4147-A177-3AD203B41FA5}">
                      <a16:colId xmlns:a16="http://schemas.microsoft.com/office/drawing/2014/main" val="526440337"/>
                    </a:ext>
                  </a:extLst>
                </a:gridCol>
                <a:gridCol w="642591">
                  <a:extLst>
                    <a:ext uri="{9D8B030D-6E8A-4147-A177-3AD203B41FA5}">
                      <a16:colId xmlns:a16="http://schemas.microsoft.com/office/drawing/2014/main" val="54152269"/>
                    </a:ext>
                  </a:extLst>
                </a:gridCol>
                <a:gridCol w="2110036">
                  <a:extLst>
                    <a:ext uri="{9D8B030D-6E8A-4147-A177-3AD203B41FA5}">
                      <a16:colId xmlns:a16="http://schemas.microsoft.com/office/drawing/2014/main" val="1046113775"/>
                    </a:ext>
                  </a:extLst>
                </a:gridCol>
              </a:tblGrid>
              <a:tr h="305883"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20579"/>
                  </a:ext>
                </a:extLst>
              </a:tr>
              <a:tr h="305883"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100" b="0" i="0" u="none" strike="noStrike" baseline="30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980925"/>
                  </a:ext>
                </a:extLst>
              </a:tr>
              <a:tr h="305883"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572162"/>
                  </a:ext>
                </a:extLst>
              </a:tr>
              <a:tr h="305883"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13926"/>
                  </a:ext>
                </a:extLst>
              </a:tr>
              <a:tr h="305883"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8602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1DACCE-F8C0-4E18-980C-49B4F6B8753E}"/>
              </a:ext>
            </a:extLst>
          </p:cNvPr>
          <p:cNvSpPr/>
          <p:nvPr/>
        </p:nvSpPr>
        <p:spPr>
          <a:xfrm>
            <a:off x="8318128" y="6613871"/>
            <a:ext cx="5847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457200" latinLnBrk="0"/>
            <a:r>
              <a:rPr lang="ko-KR" altLang="en-US" sz="900" spc="-20" dirty="0">
                <a:latin typeface="Arial Narrow"/>
                <a:ea typeface="LG스마트체 Regular"/>
              </a:rPr>
              <a:t>보조자료</a:t>
            </a:r>
            <a:endParaRPr lang="ko-KR" altLang="en-US" sz="900" dirty="0">
              <a:latin typeface="Arial Narrow"/>
              <a:ea typeface="LG스마트체 Regular"/>
            </a:endParaRPr>
          </a:p>
        </p:txBody>
      </p:sp>
      <p:sp>
        <p:nvSpPr>
          <p:cNvPr id="87" name="실행 단추: 앞으로 또는 다음으로 이동 8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4360AE8-A409-48BE-98FF-46D1537D34B1}"/>
              </a:ext>
            </a:extLst>
          </p:cNvPr>
          <p:cNvSpPr/>
          <p:nvPr/>
        </p:nvSpPr>
        <p:spPr>
          <a:xfrm>
            <a:off x="8821903" y="6657287"/>
            <a:ext cx="162000" cy="144000"/>
          </a:xfrm>
          <a:prstGeom prst="actionButtonForwardNex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9993620-DB61-41BA-8862-F8704EAB5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788" y="5667598"/>
            <a:ext cx="211596" cy="6399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500"/>
              </a:lnSpc>
              <a:spcBef>
                <a:spcPts val="60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b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</a:p>
          <a:p>
            <a:pPr lvl="0">
              <a:lnSpc>
                <a:spcPts val="1500"/>
              </a:lnSpc>
              <a:spcBef>
                <a:spcPts val="60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88C755C-A05B-4BF8-92BA-F6D47F7B11AB}"/>
              </a:ext>
            </a:extLst>
          </p:cNvPr>
          <p:cNvSpPr/>
          <p:nvPr/>
        </p:nvSpPr>
        <p:spPr>
          <a:xfrm>
            <a:off x="2441554" y="595400"/>
            <a:ext cx="55816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457200" latinLnBrk="0"/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Footnote</a:t>
            </a:r>
            <a:endParaRPr lang="ko-KR" altLang="en-US" sz="9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F5F731E-B236-47B8-B968-697FC2E1F5C3}"/>
              </a:ext>
            </a:extLst>
          </p:cNvPr>
          <p:cNvSpPr/>
          <p:nvPr/>
        </p:nvSpPr>
        <p:spPr>
          <a:xfrm>
            <a:off x="6050297" y="6250968"/>
            <a:ext cx="2423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457200" latinLnBrk="0"/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F</a:t>
            </a:r>
            <a:endParaRPr lang="ko-KR" altLang="en-US" sz="9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1BC79C8-5AED-4189-9934-B962D42E9C3B}"/>
              </a:ext>
            </a:extLst>
          </p:cNvPr>
          <p:cNvSpPr/>
          <p:nvPr/>
        </p:nvSpPr>
        <p:spPr>
          <a:xfrm>
            <a:off x="7011266" y="6613871"/>
            <a:ext cx="5847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457200" latinLnBrk="0"/>
            <a:r>
              <a:rPr lang="ko-KR" altLang="en-US" sz="900" spc="-20" dirty="0">
                <a:latin typeface="Arial Narrow"/>
                <a:ea typeface="LG스마트체 Regular"/>
              </a:rPr>
              <a:t>보조자료</a:t>
            </a:r>
            <a:endParaRPr lang="ko-KR" altLang="en-US" sz="900" dirty="0">
              <a:latin typeface="Arial Narrow"/>
              <a:ea typeface="LG스마트체 Regular"/>
            </a:endParaRPr>
          </a:p>
        </p:txBody>
      </p:sp>
      <p:sp>
        <p:nvSpPr>
          <p:cNvPr id="76" name="실행 단추: 앞으로 또는 다음으로 이동 7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31F5980-4534-4A12-943E-84777A9DF806}"/>
              </a:ext>
            </a:extLst>
          </p:cNvPr>
          <p:cNvSpPr/>
          <p:nvPr/>
        </p:nvSpPr>
        <p:spPr>
          <a:xfrm>
            <a:off x="7515041" y="6657287"/>
            <a:ext cx="162000" cy="144000"/>
          </a:xfrm>
          <a:prstGeom prst="actionButtonForwardNex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610A739-C93D-4231-A198-7D0D5B3898EC}"/>
              </a:ext>
            </a:extLst>
          </p:cNvPr>
          <p:cNvSpPr/>
          <p:nvPr/>
        </p:nvSpPr>
        <p:spPr>
          <a:xfrm>
            <a:off x="3084094" y="6446500"/>
            <a:ext cx="58381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457200" latinLnBrk="0"/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Foot note</a:t>
            </a:r>
            <a:endParaRPr lang="ko-KR" altLang="en-US" sz="9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3DDC6D-7797-3F93-D50B-F160650B5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61" y="478869"/>
            <a:ext cx="1033937" cy="191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&lt;Head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message&gt;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DD24F7-95C3-A1F3-BEBA-163BC6BF3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162" y="1172707"/>
            <a:ext cx="7356449" cy="196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 요약 설명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표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설명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보조자료 링크 등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4EB827-EFA2-9C86-38D1-BDCFE1AB4A04}"/>
              </a:ext>
            </a:extLst>
          </p:cNvPr>
          <p:cNvSpPr/>
          <p:nvPr/>
        </p:nvSpPr>
        <p:spPr>
          <a:xfrm>
            <a:off x="421261" y="2136544"/>
            <a:ext cx="580956" cy="11268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분류 </a:t>
            </a:r>
            <a:r>
              <a:rPr lang="en-US" altLang="ko-KR" sz="14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EBFB16-1F27-559D-7080-64DCF9819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788" y="2136544"/>
            <a:ext cx="993862" cy="196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세션 메시지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A885B8-BC6A-63FD-FE7E-8F9163CD9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162" y="2433275"/>
            <a:ext cx="7356449" cy="196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 요약 설명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표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설명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보조자료 링크 등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AC571F-EAC8-1E7A-0D73-47B14C411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788" y="3362091"/>
            <a:ext cx="993862" cy="196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세션 메시지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121781-6836-7276-A3F8-5B46806EC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162" y="3658822"/>
            <a:ext cx="7356449" cy="196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 요약 설명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표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일정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설명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보조자료 링크 등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9F5029-E209-E530-187E-B53FEE9C4A1C}"/>
              </a:ext>
            </a:extLst>
          </p:cNvPr>
          <p:cNvSpPr/>
          <p:nvPr/>
        </p:nvSpPr>
        <p:spPr>
          <a:xfrm>
            <a:off x="2381221" y="2101728"/>
            <a:ext cx="55816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457200" latinLnBrk="0"/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Footnote</a:t>
            </a:r>
            <a:endParaRPr lang="ko-KR" altLang="en-US" sz="9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13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5BD8CA-570A-46BC-A2BD-AF034A1D5A86}"/>
              </a:ext>
            </a:extLst>
          </p:cNvPr>
          <p:cNvSpPr txBox="1"/>
          <p:nvPr/>
        </p:nvSpPr>
        <p:spPr>
          <a:xfrm>
            <a:off x="236537" y="207063"/>
            <a:ext cx="1942840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&lt;</a:t>
            </a:r>
            <a:r>
              <a:rPr lang="ko-KR" altLang="en-US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r>
              <a:rPr lang="ko-KR" altLang="en-US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레이아웃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FF362E-29E6-4A4F-B681-DA1C81CA9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93" y="981554"/>
            <a:ext cx="630035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t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24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96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3668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8240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812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7384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1956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6528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Light" panose="020B0600000101010101" pitchFamily="50" charset="-127"/>
              </a:rPr>
              <a:t> As-is</a:t>
            </a:r>
          </a:p>
        </p:txBody>
      </p:sp>
      <p:graphicFrame>
        <p:nvGraphicFramePr>
          <p:cNvPr id="209" name="Group 154">
            <a:extLst>
              <a:ext uri="{FF2B5EF4-FFF2-40B4-BE49-F238E27FC236}">
                <a16:creationId xmlns:a16="http://schemas.microsoft.com/office/drawing/2014/main" id="{72FA642D-98B4-4942-804C-942776271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496548"/>
              </p:ext>
            </p:extLst>
          </p:nvPr>
        </p:nvGraphicFramePr>
        <p:xfrm>
          <a:off x="5996234" y="1320796"/>
          <a:ext cx="3493231" cy="1929907"/>
        </p:xfrm>
        <a:graphic>
          <a:graphicData uri="http://schemas.openxmlformats.org/drawingml/2006/table">
            <a:tbl>
              <a:tblPr/>
              <a:tblGrid>
                <a:gridCol w="34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6175">
                  <a:extLst>
                    <a:ext uri="{9D8B030D-6E8A-4147-A177-3AD203B41FA5}">
                      <a16:colId xmlns:a16="http://schemas.microsoft.com/office/drawing/2014/main" val="1268988070"/>
                    </a:ext>
                  </a:extLst>
                </a:gridCol>
                <a:gridCol w="1109775">
                  <a:extLst>
                    <a:ext uri="{9D8B030D-6E8A-4147-A177-3AD203B41FA5}">
                      <a16:colId xmlns:a16="http://schemas.microsoft.com/office/drawing/2014/main" val="3277557156"/>
                    </a:ext>
                  </a:extLst>
                </a:gridCol>
              </a:tblGrid>
              <a:tr h="1883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007681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499631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41677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538802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10746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1" u="sng" kern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573398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09334"/>
                  </a:ext>
                </a:extLst>
              </a:tr>
              <a:tr h="2189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601646"/>
                  </a:ext>
                </a:extLst>
              </a:tr>
              <a:tr h="217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240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" marR="7200" marT="7200" marB="72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7134"/>
                  </a:ext>
                </a:extLst>
              </a:tr>
            </a:tbl>
          </a:graphicData>
        </a:graphic>
      </p:graphicFrame>
      <p:sp>
        <p:nvSpPr>
          <p:cNvPr id="236" name="Rectangle 3">
            <a:extLst>
              <a:ext uri="{FF2B5EF4-FFF2-40B4-BE49-F238E27FC236}">
                <a16:creationId xmlns:a16="http://schemas.microsoft.com/office/drawing/2014/main" id="{234D78DE-AAFC-488F-9F3C-F3665ECE6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234" y="1007088"/>
            <a:ext cx="784436" cy="2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t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24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96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3668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8240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812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7384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1956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6528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현황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Light" panose="020B0600000101010101" pitchFamily="50" charset="-127"/>
            </a:endParaRPr>
          </a:p>
        </p:txBody>
      </p:sp>
      <p:sp>
        <p:nvSpPr>
          <p:cNvPr id="215" name="Rectangle 3">
            <a:extLst>
              <a:ext uri="{FF2B5EF4-FFF2-40B4-BE49-F238E27FC236}">
                <a16:creationId xmlns:a16="http://schemas.microsoft.com/office/drawing/2014/main" id="{22C257C7-35D1-4879-BFDE-44F9B0912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93" y="3578504"/>
            <a:ext cx="664660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t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24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96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3668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824038" indent="1588" latinLnBrk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812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7384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1956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652838" indent="15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Light" panose="020B0600000101010101" pitchFamily="50" charset="-127"/>
              </a:rPr>
              <a:t> To-be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F15A7FF-B9DD-447E-8862-080BF8ECD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495" y="6659755"/>
            <a:ext cx="193964" cy="152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algn="ctr" defTabSz="914400" latinLnBrk="1">
              <a:lnSpc>
                <a:spcPct val="114000"/>
              </a:lnSpc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 / 2</a:t>
            </a:r>
            <a:endParaRPr kumimoji="0" lang="ko-KR" altLang="en-US" sz="9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3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E227BDD9-3891-4936-951D-B3E162E8FCD1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AA0C48-75D8-476F-B7E8-E7530907FB44}"/>
              </a:ext>
            </a:extLst>
          </p:cNvPr>
          <p:cNvSpPr txBox="1"/>
          <p:nvPr/>
        </p:nvSpPr>
        <p:spPr>
          <a:xfrm>
            <a:off x="305928" y="192526"/>
            <a:ext cx="2252220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 Master Plan</a:t>
            </a:r>
            <a:endParaRPr lang="ko-KR" altLang="en-US" dirty="0"/>
          </a:p>
        </p:txBody>
      </p:sp>
      <p:sp>
        <p:nvSpPr>
          <p:cNvPr id="132" name="실행 단추: 홈으로 이동 13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13F32C7-7677-481B-9444-4AA73E4CBDAA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11472EBB-C301-483C-95C5-0240D8074BAC}"/>
              </a:ext>
            </a:extLst>
          </p:cNvPr>
          <p:cNvSpPr/>
          <p:nvPr/>
        </p:nvSpPr>
        <p:spPr>
          <a:xfrm>
            <a:off x="1169715" y="875300"/>
            <a:ext cx="2573126" cy="563116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36" name="표 135">
            <a:extLst>
              <a:ext uri="{FF2B5EF4-FFF2-40B4-BE49-F238E27FC236}">
                <a16:creationId xmlns:a16="http://schemas.microsoft.com/office/drawing/2014/main" id="{3D3CABD5-79A2-4C9A-8B75-5351C5A63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344220"/>
              </p:ext>
            </p:extLst>
          </p:nvPr>
        </p:nvGraphicFramePr>
        <p:xfrm>
          <a:off x="342900" y="712471"/>
          <a:ext cx="9210740" cy="579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112">
                  <a:extLst>
                    <a:ext uri="{9D8B030D-6E8A-4147-A177-3AD203B41FA5}">
                      <a16:colId xmlns:a16="http://schemas.microsoft.com/office/drawing/2014/main" val="1674266136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326540135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84028189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491558806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311572638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436040277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46053413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62914499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4028608093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18455270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77460932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820272875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542337696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694805161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208722862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29439804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530242210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539484120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669651927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76117864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81554954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843484219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966631847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00360158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646001925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68292230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1667356659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66063265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405295610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461058465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088888140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623014064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319976402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391943043"/>
                    </a:ext>
                  </a:extLst>
                </a:gridCol>
                <a:gridCol w="231298">
                  <a:extLst>
                    <a:ext uri="{9D8B030D-6E8A-4147-A177-3AD203B41FA5}">
                      <a16:colId xmlns:a16="http://schemas.microsoft.com/office/drawing/2014/main" val="2105333437"/>
                    </a:ext>
                  </a:extLst>
                </a:gridCol>
                <a:gridCol w="744344">
                  <a:extLst>
                    <a:ext uri="{9D8B030D-6E8A-4147-A177-3AD203B41FA5}">
                      <a16:colId xmlns:a16="http://schemas.microsoft.com/office/drawing/2014/main" val="2549382496"/>
                    </a:ext>
                  </a:extLst>
                </a:gridCol>
              </a:tblGrid>
              <a:tr h="1610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 Feb.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Jun.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Jul.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Aug.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Sep.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Oct.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Nov.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Dec.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4102"/>
                  </a:ext>
                </a:extLst>
              </a:tr>
              <a:tr h="73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Milestones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407134"/>
                  </a:ext>
                </a:extLst>
              </a:tr>
              <a:tr h="61124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XX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72889"/>
                  </a:ext>
                </a:extLst>
              </a:tr>
              <a:tr h="6112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건설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에너지</a:t>
                      </a:r>
                      <a:endParaRPr lang="ko-KR" altLang="en-US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576313"/>
                  </a:ext>
                </a:extLst>
              </a:tr>
              <a:tr h="61124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XX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XX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422433"/>
                  </a:ext>
                </a:extLst>
              </a:tr>
              <a:tr h="6112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XX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731586"/>
                  </a:ext>
                </a:extLst>
              </a:tr>
              <a:tr h="61124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XX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185512"/>
                  </a:ext>
                </a:extLst>
              </a:tr>
              <a:tr h="61124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XX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38033"/>
                  </a:ext>
                </a:extLst>
              </a:tr>
              <a:tr h="61124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원가</a:t>
                      </a:r>
                      <a:b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혁신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207061"/>
                  </a:ext>
                </a:extLst>
              </a:tr>
              <a:tr h="6112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外</a:t>
                      </a:r>
                      <a:b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596598"/>
                  </a:ext>
                </a:extLst>
              </a:tr>
            </a:tbl>
          </a:graphicData>
        </a:graphic>
      </p:graphicFrame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9DB37A1A-3B0A-41EB-B189-BBEEB529F697}"/>
              </a:ext>
            </a:extLst>
          </p:cNvPr>
          <p:cNvGrpSpPr/>
          <p:nvPr/>
        </p:nvGrpSpPr>
        <p:grpSpPr>
          <a:xfrm>
            <a:off x="1176020" y="1018903"/>
            <a:ext cx="7282180" cy="543772"/>
            <a:chOff x="1023620" y="1215152"/>
            <a:chExt cx="7282180" cy="543772"/>
          </a:xfrm>
        </p:grpSpPr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2350D50C-E9F2-4692-A3F9-4F14B8B23023}"/>
                </a:ext>
              </a:extLst>
            </p:cNvPr>
            <p:cNvCxnSpPr>
              <a:cxnSpLocks/>
            </p:cNvCxnSpPr>
            <p:nvPr/>
          </p:nvCxnSpPr>
          <p:spPr>
            <a:xfrm>
              <a:off x="1038225" y="1459975"/>
              <a:ext cx="624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9DBABAA2-4A25-4B98-952E-84A7449C10D6}"/>
                </a:ext>
              </a:extLst>
            </p:cNvPr>
            <p:cNvSpPr/>
            <p:nvPr/>
          </p:nvSpPr>
          <p:spPr>
            <a:xfrm>
              <a:off x="1023620" y="1399369"/>
              <a:ext cx="751839" cy="121213"/>
            </a:xfrm>
            <a:prstGeom prst="rect">
              <a:avLst/>
            </a:prstGeom>
            <a:solidFill>
              <a:schemeClr val="bg1">
                <a:lumMod val="50000"/>
                <a:alpha val="7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6FF7B0DA-6E36-4247-81F3-3A24411A7F02}"/>
                </a:ext>
              </a:extLst>
            </p:cNvPr>
            <p:cNvSpPr/>
            <p:nvPr/>
          </p:nvSpPr>
          <p:spPr>
            <a:xfrm>
              <a:off x="1188559" y="1518107"/>
              <a:ext cx="436017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i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Pre Task</a:t>
              </a:r>
              <a:endParaRPr kumimoji="0" lang="en-US" altLang="ko-KR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DE5EC0C6-8587-4860-A629-B2D8F4874776}"/>
                </a:ext>
              </a:extLst>
            </p:cNvPr>
            <p:cNvSpPr/>
            <p:nvPr/>
          </p:nvSpPr>
          <p:spPr>
            <a:xfrm>
              <a:off x="1774284" y="1378975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7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CC92E028-50DE-48B9-9E82-B2975E60A383}"/>
                </a:ext>
              </a:extLst>
            </p:cNvPr>
            <p:cNvSpPr/>
            <p:nvPr/>
          </p:nvSpPr>
          <p:spPr>
            <a:xfrm>
              <a:off x="2511358" y="1378975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2E34F5CD-2ADE-48F3-AFD4-EE0BB8F365E5}"/>
                </a:ext>
              </a:extLst>
            </p:cNvPr>
            <p:cNvSpPr/>
            <p:nvPr/>
          </p:nvSpPr>
          <p:spPr>
            <a:xfrm>
              <a:off x="1624576" y="1215152"/>
              <a:ext cx="400751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Kick Off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4787D3EA-8C7C-4624-BAE9-BA86103091E4}"/>
                </a:ext>
              </a:extLst>
            </p:cNvPr>
            <p:cNvSpPr/>
            <p:nvPr/>
          </p:nvSpPr>
          <p:spPr>
            <a:xfrm>
              <a:off x="2407831" y="1215152"/>
              <a:ext cx="400752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Ideation</a:t>
              </a:r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A310EFA6-E6F5-4AFD-B43E-6F5CB7466EBF}"/>
                </a:ext>
              </a:extLst>
            </p:cNvPr>
            <p:cNvSpPr/>
            <p:nvPr/>
          </p:nvSpPr>
          <p:spPr>
            <a:xfrm>
              <a:off x="3492495" y="1378975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23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D5BE2DB0-D178-496D-9A15-9298948269C6}"/>
                </a:ext>
              </a:extLst>
            </p:cNvPr>
            <p:cNvSpPr/>
            <p:nvPr/>
          </p:nvSpPr>
          <p:spPr>
            <a:xfrm>
              <a:off x="3292970" y="1215152"/>
              <a:ext cx="561051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컨셉구체화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E3A84B3B-A104-4B7C-8133-5BDBD4D69F36}"/>
                </a:ext>
              </a:extLst>
            </p:cNvPr>
            <p:cNvSpPr/>
            <p:nvPr/>
          </p:nvSpPr>
          <p:spPr>
            <a:xfrm>
              <a:off x="4982499" y="1378975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27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65496F5A-7F8E-4C37-9D9C-77D615D97BA7}"/>
                </a:ext>
              </a:extLst>
            </p:cNvPr>
            <p:cNvSpPr/>
            <p:nvPr/>
          </p:nvSpPr>
          <p:spPr>
            <a:xfrm>
              <a:off x="4824652" y="1215152"/>
              <a:ext cx="47769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상세 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6F0A8B8A-492A-47FE-AD48-DCAA793FC741}"/>
                </a:ext>
              </a:extLst>
            </p:cNvPr>
            <p:cNvCxnSpPr>
              <a:cxnSpLocks/>
            </p:cNvCxnSpPr>
            <p:nvPr/>
          </p:nvCxnSpPr>
          <p:spPr>
            <a:xfrm>
              <a:off x="7231380" y="1459975"/>
              <a:ext cx="10744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20EAB6C8-517D-49F7-B6B9-4ACEFAD247E2}"/>
                </a:ext>
              </a:extLst>
            </p:cNvPr>
            <p:cNvSpPr/>
            <p:nvPr/>
          </p:nvSpPr>
          <p:spPr>
            <a:xfrm>
              <a:off x="7856827" y="1378975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D6E58EF5-6F9D-43C6-BE9F-39260BE4EA1E}"/>
                </a:ext>
              </a:extLst>
            </p:cNvPr>
            <p:cNvSpPr/>
            <p:nvPr/>
          </p:nvSpPr>
          <p:spPr>
            <a:xfrm>
              <a:off x="7602617" y="1215152"/>
              <a:ext cx="702116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내구성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신뢰성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953C7A69-7795-4289-8064-EAE8AFC84F3C}"/>
                </a:ext>
              </a:extLst>
            </p:cNvPr>
            <p:cNvSpPr/>
            <p:nvPr/>
          </p:nvSpPr>
          <p:spPr>
            <a:xfrm>
              <a:off x="7245279" y="1605036"/>
              <a:ext cx="336631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품평회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5" name="자유형: 도형 154">
              <a:extLst>
                <a:ext uri="{FF2B5EF4-FFF2-40B4-BE49-F238E27FC236}">
                  <a16:creationId xmlns:a16="http://schemas.microsoft.com/office/drawing/2014/main" id="{CF1DBFBF-34EB-4C9C-91C2-86006FC7E67E}"/>
                </a:ext>
              </a:extLst>
            </p:cNvPr>
            <p:cNvSpPr/>
            <p:nvPr/>
          </p:nvSpPr>
          <p:spPr>
            <a:xfrm>
              <a:off x="7167854" y="1543135"/>
              <a:ext cx="52387" cy="138112"/>
            </a:xfrm>
            <a:custGeom>
              <a:avLst/>
              <a:gdLst>
                <a:gd name="connsiteX0" fmla="*/ 0 w 52387"/>
                <a:gd name="connsiteY0" fmla="*/ 0 h 138112"/>
                <a:gd name="connsiteX1" fmla="*/ 0 w 52387"/>
                <a:gd name="connsiteY1" fmla="*/ 0 h 138112"/>
                <a:gd name="connsiteX2" fmla="*/ 0 w 52387"/>
                <a:gd name="connsiteY2" fmla="*/ 138112 h 138112"/>
                <a:gd name="connsiteX3" fmla="*/ 52387 w 52387"/>
                <a:gd name="connsiteY3" fmla="*/ 138112 h 13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87" h="138112">
                  <a:moveTo>
                    <a:pt x="0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52387" y="138112"/>
                  </a:lnTo>
                </a:path>
              </a:pathLst>
            </a:cu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851FE5D1-1E7C-42DE-A69D-295BBCFEF59A}"/>
                </a:ext>
              </a:extLst>
            </p:cNvPr>
            <p:cNvSpPr/>
            <p:nvPr/>
          </p:nvSpPr>
          <p:spPr>
            <a:xfrm>
              <a:off x="6936140" y="1215152"/>
              <a:ext cx="480901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Pilot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47327F79-C4C9-4FB0-A447-7BCA86A8C362}"/>
                </a:ext>
              </a:extLst>
            </p:cNvPr>
            <p:cNvSpPr/>
            <p:nvPr/>
          </p:nvSpPr>
          <p:spPr>
            <a:xfrm>
              <a:off x="7095589" y="1378975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4B4B377-1BC9-4414-B1A2-317A0DE9EA30}"/>
              </a:ext>
            </a:extLst>
          </p:cNvPr>
          <p:cNvGrpSpPr/>
          <p:nvPr/>
        </p:nvGrpSpPr>
        <p:grpSpPr>
          <a:xfrm>
            <a:off x="1190625" y="3541603"/>
            <a:ext cx="6419957" cy="325823"/>
            <a:chOff x="1114425" y="1953013"/>
            <a:chExt cx="6419957" cy="325823"/>
          </a:xfrm>
        </p:grpSpPr>
        <p:cxnSp>
          <p:nvCxnSpPr>
            <p:cNvPr id="160" name="직선 화살표 연결선 159">
              <a:extLst>
                <a:ext uri="{FF2B5EF4-FFF2-40B4-BE49-F238E27FC236}">
                  <a16:creationId xmlns:a16="http://schemas.microsoft.com/office/drawing/2014/main" id="{735AC95B-BCF3-4316-B35F-814839B9359C}"/>
                </a:ext>
              </a:extLst>
            </p:cNvPr>
            <p:cNvCxnSpPr>
              <a:cxnSpLocks/>
            </p:cNvCxnSpPr>
            <p:nvPr/>
          </p:nvCxnSpPr>
          <p:spPr>
            <a:xfrm>
              <a:off x="1114425" y="2197836"/>
              <a:ext cx="624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053663E6-164E-44F0-9913-7DA81F3EE1BC}"/>
                </a:ext>
              </a:extLst>
            </p:cNvPr>
            <p:cNvSpPr/>
            <p:nvPr/>
          </p:nvSpPr>
          <p:spPr>
            <a:xfrm>
              <a:off x="2302422" y="2116836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29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63EBD119-8C0C-4AD7-AC41-07D9300FF30E}"/>
                </a:ext>
              </a:extLst>
            </p:cNvPr>
            <p:cNvSpPr/>
            <p:nvPr/>
          </p:nvSpPr>
          <p:spPr>
            <a:xfrm>
              <a:off x="2160425" y="1953013"/>
              <a:ext cx="477695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컨셉 확정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BCCF75A1-F1C0-4F24-9AA0-1315F4496148}"/>
                </a:ext>
              </a:extLst>
            </p:cNvPr>
            <p:cNvSpPr/>
            <p:nvPr/>
          </p:nvSpPr>
          <p:spPr>
            <a:xfrm>
              <a:off x="3993288" y="211683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D206BA7F-9155-42F5-AF98-026D00E7ED48}"/>
                </a:ext>
              </a:extLst>
            </p:cNvPr>
            <p:cNvSpPr/>
            <p:nvPr/>
          </p:nvSpPr>
          <p:spPr>
            <a:xfrm>
              <a:off x="3835444" y="1953013"/>
              <a:ext cx="47769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상세 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00A8BECA-3346-40E6-92BF-D7058848022A}"/>
                </a:ext>
              </a:extLst>
            </p:cNvPr>
            <p:cNvSpPr/>
            <p:nvPr/>
          </p:nvSpPr>
          <p:spPr>
            <a:xfrm>
              <a:off x="7053481" y="1953013"/>
              <a:ext cx="480901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Pilot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적용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83042082-7620-48EF-BE29-E0F08E9AC475}"/>
                </a:ext>
              </a:extLst>
            </p:cNvPr>
            <p:cNvSpPr/>
            <p:nvPr/>
          </p:nvSpPr>
          <p:spPr>
            <a:xfrm>
              <a:off x="7195412" y="211683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31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58A0394-A81D-4FD4-9C90-1382538FAC55}"/>
                </a:ext>
              </a:extLst>
            </p:cNvPr>
            <p:cNvSpPr/>
            <p:nvPr/>
          </p:nvSpPr>
          <p:spPr>
            <a:xfrm>
              <a:off x="5561767" y="211683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14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EC3300D2-2803-4D4A-BB33-B237CD97C432}"/>
                </a:ext>
              </a:extLst>
            </p:cNvPr>
            <p:cNvSpPr/>
            <p:nvPr/>
          </p:nvSpPr>
          <p:spPr>
            <a:xfrm>
              <a:off x="5375713" y="1953013"/>
              <a:ext cx="507447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F-Test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BF112F9-31CB-4051-9652-D7DB26DA2C9F}"/>
              </a:ext>
            </a:extLst>
          </p:cNvPr>
          <p:cNvGrpSpPr/>
          <p:nvPr/>
        </p:nvGrpSpPr>
        <p:grpSpPr>
          <a:xfrm>
            <a:off x="1186004" y="2973143"/>
            <a:ext cx="6402161" cy="325823"/>
            <a:chOff x="1186004" y="2973143"/>
            <a:chExt cx="6402161" cy="325823"/>
          </a:xfrm>
        </p:grpSpPr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7027976A-0AE8-4C04-8887-9310589B9E15}"/>
                </a:ext>
              </a:extLst>
            </p:cNvPr>
            <p:cNvCxnSpPr>
              <a:cxnSpLocks/>
              <a:endCxn id="208" idx="6"/>
            </p:cNvCxnSpPr>
            <p:nvPr/>
          </p:nvCxnSpPr>
          <p:spPr>
            <a:xfrm>
              <a:off x="1186004" y="3217966"/>
              <a:ext cx="62481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F89B530E-0F93-4A3F-A23B-B6606B6EB75D}"/>
                </a:ext>
              </a:extLst>
            </p:cNvPr>
            <p:cNvSpPr/>
            <p:nvPr/>
          </p:nvSpPr>
          <p:spPr>
            <a:xfrm>
              <a:off x="2136608" y="3136966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15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83241285-586B-475B-96C5-1A7736275A11}"/>
                </a:ext>
              </a:extLst>
            </p:cNvPr>
            <p:cNvSpPr/>
            <p:nvPr/>
          </p:nvSpPr>
          <p:spPr>
            <a:xfrm>
              <a:off x="1993188" y="2973143"/>
              <a:ext cx="448841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기본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A7D206B4-8147-4669-95B8-096B6FAD816A}"/>
                </a:ext>
              </a:extLst>
            </p:cNvPr>
            <p:cNvSpPr/>
            <p:nvPr/>
          </p:nvSpPr>
          <p:spPr>
            <a:xfrm>
              <a:off x="7272193" y="313696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27DA8213-569D-4D8D-815D-F0A1E1929F5D}"/>
                </a:ext>
              </a:extLst>
            </p:cNvPr>
            <p:cNvSpPr/>
            <p:nvPr/>
          </p:nvSpPr>
          <p:spPr>
            <a:xfrm>
              <a:off x="7110470" y="2973143"/>
              <a:ext cx="47769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데모 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80145F0F-B442-40C0-BE84-EA85891B2907}"/>
                </a:ext>
              </a:extLst>
            </p:cNvPr>
            <p:cNvSpPr/>
            <p:nvPr/>
          </p:nvSpPr>
          <p:spPr>
            <a:xfrm>
              <a:off x="5808541" y="313696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27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6D3A6C3D-6BB9-4D92-9E4E-E4C68CD7BBD9}"/>
                </a:ext>
              </a:extLst>
            </p:cNvPr>
            <p:cNvSpPr/>
            <p:nvPr/>
          </p:nvSpPr>
          <p:spPr>
            <a:xfrm>
              <a:off x="5735379" y="2973143"/>
              <a:ext cx="314189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F-Test</a:t>
              </a:r>
            </a:p>
          </p:txBody>
        </p:sp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1DFAD044-104A-40C4-BD71-49F695E2C030}"/>
                </a:ext>
              </a:extLst>
            </p:cNvPr>
            <p:cNvSpPr/>
            <p:nvPr/>
          </p:nvSpPr>
          <p:spPr>
            <a:xfrm>
              <a:off x="4207057" y="313696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15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E7448A87-A8E9-4C1C-9EC6-AE7222A74060}"/>
                </a:ext>
              </a:extLst>
            </p:cNvPr>
            <p:cNvSpPr/>
            <p:nvPr/>
          </p:nvSpPr>
          <p:spPr>
            <a:xfrm>
              <a:off x="4063637" y="2973143"/>
              <a:ext cx="448841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상세설계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5E0A4987-9FA2-4D52-B344-711DAAD94F78}"/>
                </a:ext>
              </a:extLst>
            </p:cNvPr>
            <p:cNvSpPr/>
            <p:nvPr/>
          </p:nvSpPr>
          <p:spPr>
            <a:xfrm>
              <a:off x="6787151" y="313696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47F3F1EA-6A7D-4B48-AAC0-4B689F91A365}"/>
                </a:ext>
              </a:extLst>
            </p:cNvPr>
            <p:cNvSpPr/>
            <p:nvPr/>
          </p:nvSpPr>
          <p:spPr>
            <a:xfrm>
              <a:off x="6547351" y="2973143"/>
              <a:ext cx="47769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데모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구축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235" name="타원 234">
            <a:extLst>
              <a:ext uri="{FF2B5EF4-FFF2-40B4-BE49-F238E27FC236}">
                <a16:creationId xmlns:a16="http://schemas.microsoft.com/office/drawing/2014/main" id="{4BADA80C-9D44-4A71-BD04-C26B2FA35D50}"/>
              </a:ext>
            </a:extLst>
          </p:cNvPr>
          <p:cNvSpPr/>
          <p:nvPr/>
        </p:nvSpPr>
        <p:spPr>
          <a:xfrm>
            <a:off x="5851778" y="1182726"/>
            <a:ext cx="162000" cy="16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27</a:t>
            </a:r>
            <a:endParaRPr lang="ko-KR" altLang="en-US" sz="10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57052EBB-478E-4BB2-8E2E-23806E94CACA}"/>
              </a:ext>
            </a:extLst>
          </p:cNvPr>
          <p:cNvSpPr/>
          <p:nvPr/>
        </p:nvSpPr>
        <p:spPr>
          <a:xfrm>
            <a:off x="5775685" y="1018903"/>
            <a:ext cx="314189" cy="15388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F-Test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65D9B003-8099-48BB-BD71-626E578E04F8}"/>
              </a:ext>
            </a:extLst>
          </p:cNvPr>
          <p:cNvGrpSpPr/>
          <p:nvPr/>
        </p:nvGrpSpPr>
        <p:grpSpPr>
          <a:xfrm>
            <a:off x="1169715" y="4749508"/>
            <a:ext cx="4999945" cy="325823"/>
            <a:chOff x="1093515" y="1953013"/>
            <a:chExt cx="4999945" cy="325823"/>
          </a:xfrm>
        </p:grpSpPr>
        <p:cxnSp>
          <p:nvCxnSpPr>
            <p:cNvPr id="239" name="직선 화살표 연결선 238">
              <a:extLst>
                <a:ext uri="{FF2B5EF4-FFF2-40B4-BE49-F238E27FC236}">
                  <a16:creationId xmlns:a16="http://schemas.microsoft.com/office/drawing/2014/main" id="{273E6337-9D08-4587-82DA-11DAC01DD11C}"/>
                </a:ext>
              </a:extLst>
            </p:cNvPr>
            <p:cNvCxnSpPr>
              <a:cxnSpLocks/>
              <a:endCxn id="246" idx="6"/>
            </p:cNvCxnSpPr>
            <p:nvPr/>
          </p:nvCxnSpPr>
          <p:spPr>
            <a:xfrm>
              <a:off x="1093515" y="2197836"/>
              <a:ext cx="48246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43676C8A-896E-479C-8F01-FEE73F3BD34B}"/>
                </a:ext>
              </a:extLst>
            </p:cNvPr>
            <p:cNvSpPr/>
            <p:nvPr/>
          </p:nvSpPr>
          <p:spPr>
            <a:xfrm>
              <a:off x="2302422" y="2116836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28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E257A14D-0C25-4BCE-9095-7461DA994EE9}"/>
                </a:ext>
              </a:extLst>
            </p:cNvPr>
            <p:cNvSpPr/>
            <p:nvPr/>
          </p:nvSpPr>
          <p:spPr>
            <a:xfrm>
              <a:off x="2160424" y="1953013"/>
              <a:ext cx="477695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컨셉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확정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ABE2D6CF-8F46-4B66-80EC-295C6B5257C9}"/>
                </a:ext>
              </a:extLst>
            </p:cNvPr>
            <p:cNvSpPr/>
            <p:nvPr/>
          </p:nvSpPr>
          <p:spPr>
            <a:xfrm>
              <a:off x="3673444" y="211683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23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D69C4ED6-79C3-4FFE-9682-812B527D775D}"/>
                </a:ext>
              </a:extLst>
            </p:cNvPr>
            <p:cNvSpPr/>
            <p:nvPr/>
          </p:nvSpPr>
          <p:spPr>
            <a:xfrm>
              <a:off x="3515600" y="1953013"/>
              <a:ext cx="477695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상세 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CE7A4550-3C82-46B2-8172-BEA19E5DF428}"/>
                </a:ext>
              </a:extLst>
            </p:cNvPr>
            <p:cNvSpPr/>
            <p:nvPr/>
          </p:nvSpPr>
          <p:spPr>
            <a:xfrm>
              <a:off x="4387828" y="211683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3AB614A9-A5C7-40ED-B58D-BC4EF8190F96}"/>
                </a:ext>
              </a:extLst>
            </p:cNvPr>
            <p:cNvSpPr/>
            <p:nvPr/>
          </p:nvSpPr>
          <p:spPr>
            <a:xfrm>
              <a:off x="4311736" y="1953013"/>
              <a:ext cx="314189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F-Test</a:t>
              </a:r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40565D66-D40D-44CD-B10C-99EEDD7C64D7}"/>
                </a:ext>
              </a:extLst>
            </p:cNvPr>
            <p:cNvSpPr/>
            <p:nvPr/>
          </p:nvSpPr>
          <p:spPr>
            <a:xfrm>
              <a:off x="5756158" y="2116836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22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826BD1F4-0B3F-45CE-8F71-9DEE44D770DF}"/>
                </a:ext>
              </a:extLst>
            </p:cNvPr>
            <p:cNvSpPr/>
            <p:nvPr/>
          </p:nvSpPr>
          <p:spPr>
            <a:xfrm>
              <a:off x="5612559" y="1953013"/>
              <a:ext cx="480901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Pilot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7AF73170-1D08-453A-A29A-5116F949D21D}"/>
              </a:ext>
            </a:extLst>
          </p:cNvPr>
          <p:cNvGrpSpPr/>
          <p:nvPr/>
        </p:nvGrpSpPr>
        <p:grpSpPr>
          <a:xfrm>
            <a:off x="1190625" y="4161072"/>
            <a:ext cx="5787232" cy="323974"/>
            <a:chOff x="1190625" y="4125967"/>
            <a:chExt cx="5787232" cy="323974"/>
          </a:xfrm>
        </p:grpSpPr>
        <p:cxnSp>
          <p:nvCxnSpPr>
            <p:cNvPr id="252" name="직선 화살표 연결선 251">
              <a:extLst>
                <a:ext uri="{FF2B5EF4-FFF2-40B4-BE49-F238E27FC236}">
                  <a16:creationId xmlns:a16="http://schemas.microsoft.com/office/drawing/2014/main" id="{070D3230-E14E-44FD-9B9B-82CC1E7E9310}"/>
                </a:ext>
              </a:extLst>
            </p:cNvPr>
            <p:cNvCxnSpPr>
              <a:cxnSpLocks/>
            </p:cNvCxnSpPr>
            <p:nvPr/>
          </p:nvCxnSpPr>
          <p:spPr>
            <a:xfrm>
              <a:off x="1190625" y="4368941"/>
              <a:ext cx="5553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69E0DFFE-7329-419F-9523-FDEE38059085}"/>
                </a:ext>
              </a:extLst>
            </p:cNvPr>
            <p:cNvSpPr/>
            <p:nvPr/>
          </p:nvSpPr>
          <p:spPr>
            <a:xfrm>
              <a:off x="3174123" y="4287941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6B80CF23-B006-43F8-81FC-82DBF9B39B99}"/>
                </a:ext>
              </a:extLst>
            </p:cNvPr>
            <p:cNvSpPr/>
            <p:nvPr/>
          </p:nvSpPr>
          <p:spPr>
            <a:xfrm>
              <a:off x="3035826" y="4125967"/>
              <a:ext cx="477695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상세 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56" name="타원 255">
              <a:extLst>
                <a:ext uri="{FF2B5EF4-FFF2-40B4-BE49-F238E27FC236}">
                  <a16:creationId xmlns:a16="http://schemas.microsoft.com/office/drawing/2014/main" id="{6AC1002E-BD90-4D28-B895-3E5AD89807EE}"/>
                </a:ext>
              </a:extLst>
            </p:cNvPr>
            <p:cNvSpPr/>
            <p:nvPr/>
          </p:nvSpPr>
          <p:spPr>
            <a:xfrm>
              <a:off x="5602554" y="4287941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14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A91A7C2D-DCC0-4CFA-A6E6-EC83998E5B26}"/>
                </a:ext>
              </a:extLst>
            </p:cNvPr>
            <p:cNvSpPr/>
            <p:nvPr/>
          </p:nvSpPr>
          <p:spPr>
            <a:xfrm>
              <a:off x="6650082" y="4287941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30E4E446-1D54-4C88-A914-F5BEBCBCC785}"/>
                </a:ext>
              </a:extLst>
            </p:cNvPr>
            <p:cNvSpPr/>
            <p:nvPr/>
          </p:nvSpPr>
          <p:spPr>
            <a:xfrm>
              <a:off x="6500162" y="4125967"/>
              <a:ext cx="47769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성능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6229507C-AE7D-4D13-BDEF-651782CA585D}"/>
                </a:ext>
              </a:extLst>
            </p:cNvPr>
            <p:cNvSpPr/>
            <p:nvPr/>
          </p:nvSpPr>
          <p:spPr>
            <a:xfrm>
              <a:off x="2126595" y="4287941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15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2B7E912E-8826-44DD-B623-42BCFEB6788E}"/>
                </a:ext>
              </a:extLst>
            </p:cNvPr>
            <p:cNvSpPr/>
            <p:nvPr/>
          </p:nvSpPr>
          <p:spPr>
            <a:xfrm>
              <a:off x="1988297" y="4125967"/>
              <a:ext cx="477695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기본 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AE4337C8-D389-4D29-8643-8C510C01CD67}"/>
                </a:ext>
              </a:extLst>
            </p:cNvPr>
            <p:cNvSpPr/>
            <p:nvPr/>
          </p:nvSpPr>
          <p:spPr>
            <a:xfrm>
              <a:off x="4912326" y="4287941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15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F6794BE4-EFD7-4984-A0FE-64CEC81BC7BC}"/>
                </a:ext>
              </a:extLst>
            </p:cNvPr>
            <p:cNvSpPr/>
            <p:nvPr/>
          </p:nvSpPr>
          <p:spPr>
            <a:xfrm>
              <a:off x="4669433" y="4125967"/>
              <a:ext cx="666849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ESOC10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제작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0A010F14-ED21-41DD-B3FE-C2826B2DB9E5}"/>
                </a:ext>
              </a:extLst>
            </p:cNvPr>
            <p:cNvSpPr/>
            <p:nvPr/>
          </p:nvSpPr>
          <p:spPr>
            <a:xfrm>
              <a:off x="5444706" y="4125967"/>
              <a:ext cx="47769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연동 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912921AA-8FCF-4CB5-87DC-9D603695AB65}"/>
              </a:ext>
            </a:extLst>
          </p:cNvPr>
          <p:cNvGrpSpPr/>
          <p:nvPr/>
        </p:nvGrpSpPr>
        <p:grpSpPr>
          <a:xfrm>
            <a:off x="1190625" y="1706429"/>
            <a:ext cx="6422760" cy="927970"/>
            <a:chOff x="1190625" y="1706429"/>
            <a:chExt cx="6422760" cy="927970"/>
          </a:xfrm>
        </p:grpSpPr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0FBD3B4D-DAA0-45E8-8F78-D0C4819E19CE}"/>
                </a:ext>
              </a:extLst>
            </p:cNvPr>
            <p:cNvCxnSpPr>
              <a:cxnSpLocks/>
              <a:endCxn id="282" idx="6"/>
            </p:cNvCxnSpPr>
            <p:nvPr/>
          </p:nvCxnSpPr>
          <p:spPr>
            <a:xfrm flipV="1">
              <a:off x="1190625" y="1975064"/>
              <a:ext cx="6251310" cy="4826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90A912EE-74C2-437D-9408-56172129D3B3}"/>
                </a:ext>
              </a:extLst>
            </p:cNvPr>
            <p:cNvSpPr/>
            <p:nvPr/>
          </p:nvSpPr>
          <p:spPr>
            <a:xfrm>
              <a:off x="2378622" y="1894064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A7BCD501-145B-43CF-BCA5-EEDD93CD0789}"/>
                </a:ext>
              </a:extLst>
            </p:cNvPr>
            <p:cNvSpPr/>
            <p:nvPr/>
          </p:nvSpPr>
          <p:spPr>
            <a:xfrm>
              <a:off x="2190941" y="1706429"/>
              <a:ext cx="569067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Case Study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4" name="타원 273">
              <a:extLst>
                <a:ext uri="{FF2B5EF4-FFF2-40B4-BE49-F238E27FC236}">
                  <a16:creationId xmlns:a16="http://schemas.microsoft.com/office/drawing/2014/main" id="{FEBCFA13-37F7-46B7-A3E2-CB4EEA8308B1}"/>
                </a:ext>
              </a:extLst>
            </p:cNvPr>
            <p:cNvSpPr/>
            <p:nvPr/>
          </p:nvSpPr>
          <p:spPr>
            <a:xfrm>
              <a:off x="3633120" y="1894064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23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F4827FB2-6A0B-48E0-9F45-1A759589A87E}"/>
                </a:ext>
              </a:extLst>
            </p:cNvPr>
            <p:cNvSpPr/>
            <p:nvPr/>
          </p:nvSpPr>
          <p:spPr>
            <a:xfrm>
              <a:off x="3427358" y="1706429"/>
              <a:ext cx="561051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컨셉구체화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A897099B-E55F-428B-B87E-2EB9D045130F}"/>
                </a:ext>
              </a:extLst>
            </p:cNvPr>
            <p:cNvSpPr/>
            <p:nvPr/>
          </p:nvSpPr>
          <p:spPr>
            <a:xfrm>
              <a:off x="4507800" y="1706429"/>
              <a:ext cx="1221718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상세설계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83434E1C-D3F4-4E53-82F8-9550B4884D08}"/>
                </a:ext>
              </a:extLst>
            </p:cNvPr>
            <p:cNvSpPr/>
            <p:nvPr/>
          </p:nvSpPr>
          <p:spPr>
            <a:xfrm>
              <a:off x="5850982" y="1894064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id="{74559D2C-51CB-4E76-9994-30B85A38CE9A}"/>
                </a:ext>
              </a:extLst>
            </p:cNvPr>
            <p:cNvSpPr/>
            <p:nvPr/>
          </p:nvSpPr>
          <p:spPr>
            <a:xfrm>
              <a:off x="5542828" y="1706429"/>
              <a:ext cx="702116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단위설비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6CBFE3EC-2F69-4B0F-A7E6-E5B5DCEC6CA1}"/>
                </a:ext>
              </a:extLst>
            </p:cNvPr>
            <p:cNvSpPr/>
            <p:nvPr/>
          </p:nvSpPr>
          <p:spPr>
            <a:xfrm>
              <a:off x="6557932" y="1894064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DE7FA516-55CD-426A-80EC-934BFC27CD8C}"/>
                </a:ext>
              </a:extLst>
            </p:cNvPr>
            <p:cNvSpPr/>
            <p:nvPr/>
          </p:nvSpPr>
          <p:spPr>
            <a:xfrm>
              <a:off x="6297403" y="1706429"/>
              <a:ext cx="702116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단위설비 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5435A1E6-5FB7-4999-BCC9-B45D70482D86}"/>
                </a:ext>
              </a:extLst>
            </p:cNvPr>
            <p:cNvSpPr/>
            <p:nvPr/>
          </p:nvSpPr>
          <p:spPr>
            <a:xfrm>
              <a:off x="7279935" y="1894064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58B2F549-7B5E-4F39-96BF-3C8CB50CC8FB}"/>
                </a:ext>
              </a:extLst>
            </p:cNvPr>
            <p:cNvSpPr/>
            <p:nvPr/>
          </p:nvSpPr>
          <p:spPr>
            <a:xfrm>
              <a:off x="7132484" y="1706429"/>
              <a:ext cx="480901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Pilot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84" name="직선 화살표 연결선 283">
              <a:extLst>
                <a:ext uri="{FF2B5EF4-FFF2-40B4-BE49-F238E27FC236}">
                  <a16:creationId xmlns:a16="http://schemas.microsoft.com/office/drawing/2014/main" id="{4EEA89D0-758E-44CB-973B-72303DEC6D42}"/>
                </a:ext>
              </a:extLst>
            </p:cNvPr>
            <p:cNvCxnSpPr>
              <a:cxnSpLocks/>
            </p:cNvCxnSpPr>
            <p:nvPr/>
          </p:nvCxnSpPr>
          <p:spPr>
            <a:xfrm>
              <a:off x="1190625" y="2553194"/>
              <a:ext cx="3457575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타원 284">
              <a:extLst>
                <a:ext uri="{FF2B5EF4-FFF2-40B4-BE49-F238E27FC236}">
                  <a16:creationId xmlns:a16="http://schemas.microsoft.com/office/drawing/2014/main" id="{082166E9-FE90-441C-AE8D-AEB20FF80603}"/>
                </a:ext>
              </a:extLst>
            </p:cNvPr>
            <p:cNvSpPr/>
            <p:nvPr/>
          </p:nvSpPr>
          <p:spPr>
            <a:xfrm>
              <a:off x="2836017" y="2472194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15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2C1670E8-182D-447A-B3AD-46DF699047C0}"/>
                </a:ext>
              </a:extLst>
            </p:cNvPr>
            <p:cNvSpPr/>
            <p:nvPr/>
          </p:nvSpPr>
          <p:spPr>
            <a:xfrm>
              <a:off x="2439961" y="2309084"/>
              <a:ext cx="955390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기본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설계조건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검토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A2E1E615-A73C-4998-8440-F3D5D470EBC9}"/>
                </a:ext>
              </a:extLst>
            </p:cNvPr>
            <p:cNvSpPr/>
            <p:nvPr/>
          </p:nvSpPr>
          <p:spPr>
            <a:xfrm>
              <a:off x="4229608" y="2309084"/>
              <a:ext cx="843181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구조설계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모듈러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8" name="타원 287">
              <a:extLst>
                <a:ext uri="{FF2B5EF4-FFF2-40B4-BE49-F238E27FC236}">
                  <a16:creationId xmlns:a16="http://schemas.microsoft.com/office/drawing/2014/main" id="{58A0C78B-2A54-4514-A8E8-140169EF3698}"/>
                </a:ext>
              </a:extLst>
            </p:cNvPr>
            <p:cNvSpPr/>
            <p:nvPr/>
          </p:nvSpPr>
          <p:spPr>
            <a:xfrm>
              <a:off x="4572907" y="2472399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6A260E37-6F18-4F5C-9BC6-C60E5673652E}"/>
                </a:ext>
              </a:extLst>
            </p:cNvPr>
            <p:cNvSpPr/>
            <p:nvPr/>
          </p:nvSpPr>
          <p:spPr>
            <a:xfrm>
              <a:off x="5151903" y="1894064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27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759C0886-9274-49F7-AE2B-4EFDC0D49262}"/>
                </a:ext>
              </a:extLst>
            </p:cNvPr>
            <p:cNvSpPr/>
            <p:nvPr/>
          </p:nvSpPr>
          <p:spPr>
            <a:xfrm>
              <a:off x="4744016" y="2064774"/>
              <a:ext cx="488887" cy="488303"/>
            </a:xfrm>
            <a:custGeom>
              <a:avLst/>
              <a:gdLst>
                <a:gd name="connsiteX0" fmla="*/ 0 w 488887"/>
                <a:gd name="connsiteY0" fmla="*/ 561315 h 561315"/>
                <a:gd name="connsiteX1" fmla="*/ 488887 w 488887"/>
                <a:gd name="connsiteY1" fmla="*/ 561315 h 561315"/>
                <a:gd name="connsiteX2" fmla="*/ 488887 w 488887"/>
                <a:gd name="connsiteY2" fmla="*/ 0 h 56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887" h="561315">
                  <a:moveTo>
                    <a:pt x="0" y="561315"/>
                  </a:moveTo>
                  <a:lnTo>
                    <a:pt x="488887" y="561315"/>
                  </a:lnTo>
                  <a:lnTo>
                    <a:pt x="488887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4272D176-9F7A-4C99-B31F-1409A925C375}"/>
              </a:ext>
            </a:extLst>
          </p:cNvPr>
          <p:cNvGrpSpPr/>
          <p:nvPr/>
        </p:nvGrpSpPr>
        <p:grpSpPr>
          <a:xfrm>
            <a:off x="1190625" y="5359757"/>
            <a:ext cx="4461100" cy="325823"/>
            <a:chOff x="1190625" y="5350704"/>
            <a:chExt cx="4461100" cy="325823"/>
          </a:xfrm>
        </p:grpSpPr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140E570F-BFBD-4413-927D-00447115BA3D}"/>
                </a:ext>
              </a:extLst>
            </p:cNvPr>
            <p:cNvCxnSpPr>
              <a:cxnSpLocks/>
            </p:cNvCxnSpPr>
            <p:nvPr/>
          </p:nvCxnSpPr>
          <p:spPr>
            <a:xfrm>
              <a:off x="1190625" y="5595527"/>
              <a:ext cx="40666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DB5E368F-8486-4089-9C36-4EA0D9600A9B}"/>
                </a:ext>
              </a:extLst>
            </p:cNvPr>
            <p:cNvSpPr/>
            <p:nvPr/>
          </p:nvSpPr>
          <p:spPr>
            <a:xfrm>
              <a:off x="2384340" y="5514527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28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83F71172-EBEF-478D-B959-5C5860B9F592}"/>
                </a:ext>
              </a:extLst>
            </p:cNvPr>
            <p:cNvSpPr/>
            <p:nvPr/>
          </p:nvSpPr>
          <p:spPr>
            <a:xfrm>
              <a:off x="2188181" y="5350704"/>
              <a:ext cx="589906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개선안 도출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5" name="타원 294">
              <a:extLst>
                <a:ext uri="{FF2B5EF4-FFF2-40B4-BE49-F238E27FC236}">
                  <a16:creationId xmlns:a16="http://schemas.microsoft.com/office/drawing/2014/main" id="{DEC42151-09D0-4525-94A1-E876E45B45DC}"/>
                </a:ext>
              </a:extLst>
            </p:cNvPr>
            <p:cNvSpPr/>
            <p:nvPr/>
          </p:nvSpPr>
          <p:spPr>
            <a:xfrm>
              <a:off x="4332838" y="5514527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6F9E0910-A970-4C8F-8C65-6ED7F134A8DD}"/>
                </a:ext>
              </a:extLst>
            </p:cNvPr>
            <p:cNvSpPr/>
            <p:nvPr/>
          </p:nvSpPr>
          <p:spPr>
            <a:xfrm>
              <a:off x="4070798" y="5350704"/>
              <a:ext cx="702115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설계개선 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68F687AB-E1B0-456E-805A-6F77EEAE219F}"/>
                </a:ext>
              </a:extLst>
            </p:cNvPr>
            <p:cNvSpPr/>
            <p:nvPr/>
          </p:nvSpPr>
          <p:spPr>
            <a:xfrm>
              <a:off x="4871062" y="5350704"/>
              <a:ext cx="780663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염가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Maker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검증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8" name="타원 297">
              <a:extLst>
                <a:ext uri="{FF2B5EF4-FFF2-40B4-BE49-F238E27FC236}">
                  <a16:creationId xmlns:a16="http://schemas.microsoft.com/office/drawing/2014/main" id="{658DFEBD-64AD-4718-B24B-DAE4451AD9D9}"/>
                </a:ext>
              </a:extLst>
            </p:cNvPr>
            <p:cNvSpPr/>
            <p:nvPr/>
          </p:nvSpPr>
          <p:spPr>
            <a:xfrm>
              <a:off x="5162597" y="5514527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25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99" name="그룹 298">
            <a:extLst>
              <a:ext uri="{FF2B5EF4-FFF2-40B4-BE49-F238E27FC236}">
                <a16:creationId xmlns:a16="http://schemas.microsoft.com/office/drawing/2014/main" id="{9A0DE932-68D2-437F-81BF-AA6434078BAB}"/>
              </a:ext>
            </a:extLst>
          </p:cNvPr>
          <p:cNvGrpSpPr/>
          <p:nvPr/>
        </p:nvGrpSpPr>
        <p:grpSpPr>
          <a:xfrm>
            <a:off x="1190625" y="5956862"/>
            <a:ext cx="7587615" cy="325823"/>
            <a:chOff x="1190625" y="5974968"/>
            <a:chExt cx="7587615" cy="325823"/>
          </a:xfrm>
        </p:grpSpPr>
        <p:cxnSp>
          <p:nvCxnSpPr>
            <p:cNvPr id="300" name="직선 화살표 연결선 299">
              <a:extLst>
                <a:ext uri="{FF2B5EF4-FFF2-40B4-BE49-F238E27FC236}">
                  <a16:creationId xmlns:a16="http://schemas.microsoft.com/office/drawing/2014/main" id="{FD9D8E6A-66C4-4226-B80A-A5B46F9FB9F6}"/>
                </a:ext>
              </a:extLst>
            </p:cNvPr>
            <p:cNvCxnSpPr>
              <a:cxnSpLocks/>
            </p:cNvCxnSpPr>
            <p:nvPr/>
          </p:nvCxnSpPr>
          <p:spPr>
            <a:xfrm>
              <a:off x="1190625" y="6219791"/>
              <a:ext cx="60945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타원 301">
              <a:extLst>
                <a:ext uri="{FF2B5EF4-FFF2-40B4-BE49-F238E27FC236}">
                  <a16:creationId xmlns:a16="http://schemas.microsoft.com/office/drawing/2014/main" id="{70B71163-292D-45BE-85E2-4F2439D70F43}"/>
                </a:ext>
              </a:extLst>
            </p:cNvPr>
            <p:cNvSpPr/>
            <p:nvPr/>
          </p:nvSpPr>
          <p:spPr>
            <a:xfrm>
              <a:off x="3409470" y="6138791"/>
              <a:ext cx="162000" cy="16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804AF5F4-4745-41E3-9595-AA07386BE8EB}"/>
                </a:ext>
              </a:extLst>
            </p:cNvPr>
            <p:cNvSpPr/>
            <p:nvPr/>
          </p:nvSpPr>
          <p:spPr>
            <a:xfrm>
              <a:off x="2999828" y="5974968"/>
              <a:ext cx="976229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PoC(1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Item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도출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04" name="타원 303">
              <a:extLst>
                <a:ext uri="{FF2B5EF4-FFF2-40B4-BE49-F238E27FC236}">
                  <a16:creationId xmlns:a16="http://schemas.microsoft.com/office/drawing/2014/main" id="{F3EF29B4-B595-4280-8BEA-C4DA0B1CEFB8}"/>
                </a:ext>
              </a:extLst>
            </p:cNvPr>
            <p:cNvSpPr/>
            <p:nvPr/>
          </p:nvSpPr>
          <p:spPr>
            <a:xfrm>
              <a:off x="6656768" y="6138791"/>
              <a:ext cx="162000" cy="16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</a:t>
              </a:r>
              <a:endPara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5" name="직사각형 304">
              <a:extLst>
                <a:ext uri="{FF2B5EF4-FFF2-40B4-BE49-F238E27FC236}">
                  <a16:creationId xmlns:a16="http://schemas.microsoft.com/office/drawing/2014/main" id="{26EEA421-CBB2-4E05-B9CF-92B5951FC868}"/>
                </a:ext>
              </a:extLst>
            </p:cNvPr>
            <p:cNvSpPr/>
            <p:nvPr/>
          </p:nvSpPr>
          <p:spPr>
            <a:xfrm>
              <a:off x="4917070" y="6025768"/>
              <a:ext cx="666849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Item </a:t>
              </a:r>
              <a:r>
                <a:rPr lang="ko-KR" altLang="en-US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도출</a:t>
              </a:r>
              <a:endPara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06" name="직선 화살표 연결선 305">
              <a:extLst>
                <a:ext uri="{FF2B5EF4-FFF2-40B4-BE49-F238E27FC236}">
                  <a16:creationId xmlns:a16="http://schemas.microsoft.com/office/drawing/2014/main" id="{A22303F7-8306-4A09-8CA5-82E3A2C1474B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20" y="6219791"/>
              <a:ext cx="14935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416281FD-4C0D-4EC8-B78D-65AE21233203}"/>
                </a:ext>
              </a:extLst>
            </p:cNvPr>
            <p:cNvSpPr/>
            <p:nvPr/>
          </p:nvSpPr>
          <p:spPr>
            <a:xfrm>
              <a:off x="7599415" y="6022262"/>
              <a:ext cx="1038746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자동화과제 지속발굴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F29FD6CC-31C6-4C18-8B0A-C1806F444248}"/>
                </a:ext>
              </a:extLst>
            </p:cNvPr>
            <p:cNvSpPr/>
            <p:nvPr/>
          </p:nvSpPr>
          <p:spPr>
            <a:xfrm>
              <a:off x="6264656" y="5974968"/>
              <a:ext cx="976229" cy="15388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PoC(2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Item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도출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C91C36D5-5A5C-4861-A7D9-D05A38D59DCC}"/>
                </a:ext>
              </a:extLst>
            </p:cNvPr>
            <p:cNvSpPr/>
            <p:nvPr/>
          </p:nvSpPr>
          <p:spPr>
            <a:xfrm>
              <a:off x="1834031" y="6025768"/>
              <a:ext cx="666849" cy="15388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Item </a:t>
              </a:r>
              <a:r>
                <a:rPr lang="ko-KR" altLang="en-US" sz="1000" b="1" u="sng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도출</a:t>
              </a:r>
              <a:endPara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EB49CC75-902D-4348-A86D-791D3F2570FD}"/>
              </a:ext>
            </a:extLst>
          </p:cNvPr>
          <p:cNvSpPr/>
          <p:nvPr/>
        </p:nvSpPr>
        <p:spPr>
          <a:xfrm>
            <a:off x="7608944" y="1904631"/>
            <a:ext cx="401996" cy="162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endParaRPr lang="ko-KR" altLang="en-US" sz="9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B2597B-175E-7520-4763-F47EAED677F7}"/>
              </a:ext>
            </a:extLst>
          </p:cNvPr>
          <p:cNvSpPr/>
          <p:nvPr/>
        </p:nvSpPr>
        <p:spPr>
          <a:xfrm>
            <a:off x="7608944" y="3690884"/>
            <a:ext cx="401996" cy="162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endParaRPr lang="ko-KR" altLang="en-US" sz="9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B59F0-6B38-2045-CE51-0A23F2450713}"/>
              </a:ext>
            </a:extLst>
          </p:cNvPr>
          <p:cNvSpPr/>
          <p:nvPr/>
        </p:nvSpPr>
        <p:spPr>
          <a:xfrm>
            <a:off x="6943197" y="4356631"/>
            <a:ext cx="401996" cy="162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endParaRPr lang="ko-KR" altLang="en-US" sz="9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A0DE65-4F16-E9D5-CF99-60095A59FDF0}"/>
              </a:ext>
            </a:extLst>
          </p:cNvPr>
          <p:cNvSpPr/>
          <p:nvPr/>
        </p:nvSpPr>
        <p:spPr>
          <a:xfrm>
            <a:off x="6163161" y="4926126"/>
            <a:ext cx="401996" cy="162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endParaRPr lang="ko-KR" altLang="en-US" sz="9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736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159EEF-DCA2-4264-BCDF-A2B68E8A8C06}"/>
              </a:ext>
            </a:extLst>
          </p:cNvPr>
          <p:cNvSpPr txBox="1"/>
          <p:nvPr/>
        </p:nvSpPr>
        <p:spPr>
          <a:xfrm>
            <a:off x="305928" y="192526"/>
            <a:ext cx="2757165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&gt;ESXX </a:t>
            </a:r>
            <a:r>
              <a:rPr lang="ko-KR" altLang="en-US" dirty="0"/>
              <a:t>예상 투자비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DDA414-50AB-4411-824B-57CEFD2AA6B7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1</a:t>
            </a:r>
          </a:p>
        </p:txBody>
      </p:sp>
      <p:sp>
        <p:nvSpPr>
          <p:cNvPr id="7" name="실행 단추: 홈으로 이동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EA2835B-EA1C-41BF-A94C-70A47D277EA7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1543E7B-FDE0-4809-B6BA-66118ACB0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683665"/>
              </p:ext>
            </p:extLst>
          </p:nvPr>
        </p:nvGraphicFramePr>
        <p:xfrm>
          <a:off x="461278" y="777285"/>
          <a:ext cx="8984866" cy="5345137"/>
        </p:xfrm>
        <a:graphic>
          <a:graphicData uri="http://schemas.openxmlformats.org/drawingml/2006/table">
            <a:tbl>
              <a:tblPr/>
              <a:tblGrid>
                <a:gridCol w="596838">
                  <a:extLst>
                    <a:ext uri="{9D8B030D-6E8A-4147-A177-3AD203B41FA5}">
                      <a16:colId xmlns:a16="http://schemas.microsoft.com/office/drawing/2014/main" val="3929204130"/>
                    </a:ext>
                  </a:extLst>
                </a:gridCol>
                <a:gridCol w="552201">
                  <a:extLst>
                    <a:ext uri="{9D8B030D-6E8A-4147-A177-3AD203B41FA5}">
                      <a16:colId xmlns:a16="http://schemas.microsoft.com/office/drawing/2014/main" val="1291780578"/>
                    </a:ext>
                  </a:extLst>
                </a:gridCol>
                <a:gridCol w="538100">
                  <a:extLst>
                    <a:ext uri="{9D8B030D-6E8A-4147-A177-3AD203B41FA5}">
                      <a16:colId xmlns:a16="http://schemas.microsoft.com/office/drawing/2014/main" val="4064907318"/>
                    </a:ext>
                  </a:extLst>
                </a:gridCol>
                <a:gridCol w="2049400">
                  <a:extLst>
                    <a:ext uri="{9D8B030D-6E8A-4147-A177-3AD203B41FA5}">
                      <a16:colId xmlns:a16="http://schemas.microsoft.com/office/drawing/2014/main" val="2798836103"/>
                    </a:ext>
                  </a:extLst>
                </a:gridCol>
                <a:gridCol w="1357401">
                  <a:extLst>
                    <a:ext uri="{9D8B030D-6E8A-4147-A177-3AD203B41FA5}">
                      <a16:colId xmlns:a16="http://schemas.microsoft.com/office/drawing/2014/main" val="2223039029"/>
                    </a:ext>
                  </a:extLst>
                </a:gridCol>
                <a:gridCol w="1357401">
                  <a:extLst>
                    <a:ext uri="{9D8B030D-6E8A-4147-A177-3AD203B41FA5}">
                      <a16:colId xmlns:a16="http://schemas.microsoft.com/office/drawing/2014/main" val="526440337"/>
                    </a:ext>
                  </a:extLst>
                </a:gridCol>
                <a:gridCol w="915925">
                  <a:extLst>
                    <a:ext uri="{9D8B030D-6E8A-4147-A177-3AD203B41FA5}">
                      <a16:colId xmlns:a16="http://schemas.microsoft.com/office/drawing/2014/main" val="1046113775"/>
                    </a:ext>
                  </a:extLst>
                </a:gridCol>
                <a:gridCol w="1617600">
                  <a:extLst>
                    <a:ext uri="{9D8B030D-6E8A-4147-A177-3AD203B41FA5}">
                      <a16:colId xmlns:a16="http://schemas.microsoft.com/office/drawing/2014/main" val="2774440085"/>
                    </a:ext>
                  </a:extLst>
                </a:gridCol>
              </a:tblGrid>
              <a:tr h="391652">
                <a:tc gridSpan="3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05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투자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내역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As-is</a:t>
                      </a:r>
                    </a:p>
                    <a:p>
                      <a:pPr algn="ctr" fontAlgn="ctr">
                        <a:buFontTx/>
                        <a:buNone/>
                      </a:pP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(5/21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일子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To-be</a:t>
                      </a:r>
                      <a:b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증감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20579"/>
                  </a:ext>
                </a:extLst>
              </a:tr>
              <a:tr h="258283">
                <a:tc rowSpan="1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물류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419371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18940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148738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784570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552571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382700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576296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980925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234497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外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04237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en-US" altLang="ko-KR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Sub-Total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5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491772"/>
                  </a:ext>
                </a:extLst>
              </a:tr>
              <a:tr h="258283">
                <a:tc rowSpan="8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건설</a:t>
                      </a:r>
                      <a:endParaRPr lang="en-US" altLang="ko-KR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5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13926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5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76405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건축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56481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기계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41394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전기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0" i="0" u="none" strike="noStrike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163881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공통가설 외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43934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설계 및 용역</a:t>
                      </a: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529186"/>
                  </a:ext>
                </a:extLst>
              </a:tr>
              <a:tr h="258283">
                <a:tc vMerge="1"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r>
                        <a:rPr lang="en-US" altLang="ko-KR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Sub-Total</a:t>
                      </a: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5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Tx/>
                        <a:buNone/>
                      </a:pPr>
                      <a:endParaRPr lang="en-US" altLang="ko-KR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Tx/>
                        <a:buNone/>
                      </a:pPr>
                      <a:endParaRPr lang="en-US" altLang="ko-KR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Tx/>
                        <a:buNone/>
                      </a:pPr>
                      <a:endParaRPr lang="en-US" altLang="ko-KR" sz="1000" b="1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23856"/>
                  </a:ext>
                </a:extLst>
              </a:tr>
            </a:tbl>
          </a:graphicData>
        </a:graphic>
      </p:graphicFrame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3D6E343-3939-40F9-AFD9-64A2DBCAF147}"/>
              </a:ext>
            </a:extLst>
          </p:cNvPr>
          <p:cNvSpPr/>
          <p:nvPr/>
        </p:nvSpPr>
        <p:spPr>
          <a:xfrm>
            <a:off x="4268512" y="1267484"/>
            <a:ext cx="344968" cy="15471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레거시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622498E-9634-45B4-AD49-02F08B9A1B5B}"/>
              </a:ext>
            </a:extLst>
          </p:cNvPr>
          <p:cNvSpPr/>
          <p:nvPr/>
        </p:nvSpPr>
        <p:spPr>
          <a:xfrm>
            <a:off x="4268512" y="1526027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3C11A69-80CF-4595-A4EB-54B4F25C1AB5}"/>
              </a:ext>
            </a:extLst>
          </p:cNvPr>
          <p:cNvSpPr/>
          <p:nvPr/>
        </p:nvSpPr>
        <p:spPr>
          <a:xfrm>
            <a:off x="4268512" y="1784570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E38371E-4983-4602-B2C7-F0456B1D5E15}"/>
              </a:ext>
            </a:extLst>
          </p:cNvPr>
          <p:cNvSpPr/>
          <p:nvPr/>
        </p:nvSpPr>
        <p:spPr>
          <a:xfrm>
            <a:off x="4268512" y="2043113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7606679-0EE1-4CB5-A552-A3325A7870C7}"/>
              </a:ext>
            </a:extLst>
          </p:cNvPr>
          <p:cNvSpPr/>
          <p:nvPr/>
        </p:nvSpPr>
        <p:spPr>
          <a:xfrm>
            <a:off x="4268512" y="2301656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D9FF0EF-4737-4A8E-A70E-3E5937933D5D}"/>
              </a:ext>
            </a:extLst>
          </p:cNvPr>
          <p:cNvSpPr/>
          <p:nvPr/>
        </p:nvSpPr>
        <p:spPr>
          <a:xfrm>
            <a:off x="4268512" y="2818742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ACBE0C2-EEC1-44C1-BD22-A0F5E038D87D}"/>
              </a:ext>
            </a:extLst>
          </p:cNvPr>
          <p:cNvSpPr/>
          <p:nvPr/>
        </p:nvSpPr>
        <p:spPr>
          <a:xfrm>
            <a:off x="4268512" y="3077285"/>
            <a:ext cx="344968" cy="15471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레거시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0D3058A-C8AA-40F0-9463-D6D5AE7AA833}"/>
              </a:ext>
            </a:extLst>
          </p:cNvPr>
          <p:cNvSpPr/>
          <p:nvPr/>
        </p:nvSpPr>
        <p:spPr>
          <a:xfrm>
            <a:off x="5616781" y="2301656"/>
            <a:ext cx="344968" cy="154715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F5BA6FA-CA52-433E-8748-6DF6694786E1}"/>
              </a:ext>
            </a:extLst>
          </p:cNvPr>
          <p:cNvSpPr/>
          <p:nvPr/>
        </p:nvSpPr>
        <p:spPr>
          <a:xfrm>
            <a:off x="5616781" y="3077285"/>
            <a:ext cx="344968" cy="154715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5FC24A9-19DB-45E7-BBD5-8D1F43D8A411}"/>
              </a:ext>
            </a:extLst>
          </p:cNvPr>
          <p:cNvSpPr/>
          <p:nvPr/>
        </p:nvSpPr>
        <p:spPr>
          <a:xfrm>
            <a:off x="5616781" y="1526027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F14857F-7EB0-409F-BBCC-CCCCF87D75A3}"/>
              </a:ext>
            </a:extLst>
          </p:cNvPr>
          <p:cNvSpPr/>
          <p:nvPr/>
        </p:nvSpPr>
        <p:spPr>
          <a:xfrm>
            <a:off x="5616781" y="1784570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E16F234-DE3A-4773-B75A-E075C355C6D9}"/>
              </a:ext>
            </a:extLst>
          </p:cNvPr>
          <p:cNvSpPr/>
          <p:nvPr/>
        </p:nvSpPr>
        <p:spPr>
          <a:xfrm>
            <a:off x="5616781" y="2043113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DA3C4FA-404B-4070-870E-F752A8BE33C3}"/>
              </a:ext>
            </a:extLst>
          </p:cNvPr>
          <p:cNvSpPr/>
          <p:nvPr/>
        </p:nvSpPr>
        <p:spPr>
          <a:xfrm>
            <a:off x="5616781" y="1267484"/>
            <a:ext cx="344968" cy="15471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레거시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7F380EE-98BD-4D99-B47A-A7037E051867}"/>
              </a:ext>
            </a:extLst>
          </p:cNvPr>
          <p:cNvSpPr/>
          <p:nvPr/>
        </p:nvSpPr>
        <p:spPr>
          <a:xfrm>
            <a:off x="5616781" y="4616751"/>
            <a:ext cx="344968" cy="154715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DA0F3E9D-F0E0-47B7-B621-AD0254761F60}"/>
              </a:ext>
            </a:extLst>
          </p:cNvPr>
          <p:cNvSpPr/>
          <p:nvPr/>
        </p:nvSpPr>
        <p:spPr>
          <a:xfrm>
            <a:off x="4268512" y="2560195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E7F7519-FEB2-4E21-B41A-F3091828853F}"/>
              </a:ext>
            </a:extLst>
          </p:cNvPr>
          <p:cNvSpPr/>
          <p:nvPr/>
        </p:nvSpPr>
        <p:spPr>
          <a:xfrm>
            <a:off x="5616253" y="2551797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FD50F6A-462C-48C3-8D27-AD491244ACB3}"/>
              </a:ext>
            </a:extLst>
          </p:cNvPr>
          <p:cNvSpPr/>
          <p:nvPr/>
        </p:nvSpPr>
        <p:spPr>
          <a:xfrm>
            <a:off x="5616253" y="2803701"/>
            <a:ext cx="344968" cy="154715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DF7A2B1-8ECA-4AF4-95C5-3DE296D544C0}"/>
              </a:ext>
            </a:extLst>
          </p:cNvPr>
          <p:cNvSpPr/>
          <p:nvPr/>
        </p:nvSpPr>
        <p:spPr>
          <a:xfrm>
            <a:off x="4268512" y="3335828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A6C3CAD-0958-494A-ABF5-5D59B23A8049}"/>
              </a:ext>
            </a:extLst>
          </p:cNvPr>
          <p:cNvSpPr/>
          <p:nvPr/>
        </p:nvSpPr>
        <p:spPr>
          <a:xfrm>
            <a:off x="5616253" y="3335828"/>
            <a:ext cx="344968" cy="154715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0AEEB90-7FDE-45A8-AB37-E0ECB05179A7}"/>
              </a:ext>
            </a:extLst>
          </p:cNvPr>
          <p:cNvSpPr/>
          <p:nvPr/>
        </p:nvSpPr>
        <p:spPr>
          <a:xfrm>
            <a:off x="5616781" y="4868441"/>
            <a:ext cx="344968" cy="154715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DBEDF5-7849-4CA1-A39A-2299BCF7FEFC}"/>
              </a:ext>
            </a:extLst>
          </p:cNvPr>
          <p:cNvSpPr txBox="1"/>
          <p:nvPr/>
        </p:nvSpPr>
        <p:spPr>
          <a:xfrm>
            <a:off x="8729142" y="535805"/>
            <a:ext cx="797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ED1107B-8E59-4A61-B1D7-9207D9B2D3E8}"/>
              </a:ext>
            </a:extLst>
          </p:cNvPr>
          <p:cNvSpPr/>
          <p:nvPr/>
        </p:nvSpPr>
        <p:spPr>
          <a:xfrm>
            <a:off x="5616781" y="5129963"/>
            <a:ext cx="344968" cy="154715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324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159EEF-DCA2-4264-BCDF-A2B68E8A8C06}"/>
              </a:ext>
            </a:extLst>
          </p:cNvPr>
          <p:cNvSpPr txBox="1"/>
          <p:nvPr/>
        </p:nvSpPr>
        <p:spPr>
          <a:xfrm>
            <a:off x="305928" y="192526"/>
            <a:ext cx="2758769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&gt;XX </a:t>
            </a:r>
            <a:r>
              <a:rPr lang="ko-KR" altLang="en-US" dirty="0"/>
              <a:t>설비 구성 방안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DDA414-50AB-4411-824B-57CEFD2AA6B7}"/>
              </a:ext>
            </a:extLst>
          </p:cNvPr>
          <p:cNvSpPr/>
          <p:nvPr/>
        </p:nvSpPr>
        <p:spPr>
          <a:xfrm>
            <a:off x="4726632" y="6689102"/>
            <a:ext cx="466473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1 / 1</a:t>
            </a:r>
          </a:p>
        </p:txBody>
      </p:sp>
      <p:sp>
        <p:nvSpPr>
          <p:cNvPr id="7" name="실행 단추: 홈으로 이동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EA2835B-EA1C-41BF-A94C-70A47D277EA7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690E3B3-B04D-448B-8A62-6CF3813776B2}"/>
              </a:ext>
            </a:extLst>
          </p:cNvPr>
          <p:cNvSpPr/>
          <p:nvPr/>
        </p:nvSpPr>
        <p:spPr>
          <a:xfrm>
            <a:off x="1099952" y="2312681"/>
            <a:ext cx="699658" cy="241980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kumimoji="1" lang="en-US" altLang="ko-KR" sz="1100" b="1" kern="0" dirty="0">
                <a:solidFill>
                  <a:schemeClr val="tx1"/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kumimoji="1" lang="ko-KR" altLang="en-US" sz="1100" b="1" kern="0" dirty="0">
                <a:solidFill>
                  <a:schemeClr val="tx1"/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이미지</a:t>
            </a:r>
            <a:r>
              <a:rPr kumimoji="1" lang="en-US" altLang="ko-KR" sz="1100" b="1" kern="0" dirty="0">
                <a:solidFill>
                  <a:schemeClr val="tx1"/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</a:p>
        </p:txBody>
      </p:sp>
      <p:graphicFrame>
        <p:nvGraphicFramePr>
          <p:cNvPr id="49" name="Group 303">
            <a:extLst>
              <a:ext uri="{FF2B5EF4-FFF2-40B4-BE49-F238E27FC236}">
                <a16:creationId xmlns:a16="http://schemas.microsoft.com/office/drawing/2014/main" id="{E1C27A55-FBC9-4865-8C4F-7970C473E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878589"/>
              </p:ext>
            </p:extLst>
          </p:nvPr>
        </p:nvGraphicFramePr>
        <p:xfrm>
          <a:off x="4601816" y="4454306"/>
          <a:ext cx="4593959" cy="1524700"/>
        </p:xfrm>
        <a:graphic>
          <a:graphicData uri="http://schemas.openxmlformats.org/drawingml/2006/table">
            <a:tbl>
              <a:tblPr/>
              <a:tblGrid>
                <a:gridCol w="47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3755816658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2889963787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811994191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1503305300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23188096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1782831453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250198708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1156022538"/>
                    </a:ext>
                  </a:extLst>
                </a:gridCol>
                <a:gridCol w="325977">
                  <a:extLst>
                    <a:ext uri="{9D8B030D-6E8A-4147-A177-3AD203B41FA5}">
                      <a16:colId xmlns:a16="http://schemas.microsoft.com/office/drawing/2014/main" val="728765753"/>
                    </a:ext>
                  </a:extLst>
                </a:gridCol>
              </a:tblGrid>
              <a:tr h="2858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 Lansing</a:t>
                      </a:r>
                      <a:endParaRPr lang="ko-KR" altLang="en-US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9246" marR="49246" marT="24623" marB="24623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100" b="1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dirty="0">
                        <a:ln w="3175"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8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세부 내용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ln w="3175"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76"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설계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Demo Concept </a:t>
                      </a:r>
                      <a:r>
                        <a:rPr kumimoji="1" lang="ko-KR" altLang="en-U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설계</a:t>
                      </a:r>
                      <a:endParaRPr kumimoji="1" lang="en-US" altLang="ko-KR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8776" marR="38776" marT="25205" marB="2520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75239"/>
                  </a:ext>
                </a:extLst>
              </a:tr>
              <a:tr h="317676"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제작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제작</a:t>
                      </a:r>
                      <a:r>
                        <a:rPr kumimoji="1" lang="en-US" altLang="ko-KR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구축</a:t>
                      </a:r>
                      <a:endParaRPr kumimoji="1" lang="en-US" altLang="ko-KR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8776" marR="38776" marT="25205" marB="2520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821877"/>
                  </a:ext>
                </a:extLst>
              </a:tr>
              <a:tr h="317676"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기술 검증</a:t>
                      </a:r>
                      <a:endParaRPr kumimoji="1" lang="en-US" altLang="ko-KR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8776" marR="38776" marT="25205" marB="2520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12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9388" marR="19388" marT="25205" marB="2520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98037"/>
                  </a:ext>
                </a:extLst>
              </a:tr>
            </a:tbl>
          </a:graphicData>
        </a:graphic>
      </p:graphicFrame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ABD354-CE06-442A-B395-1009D3B00D60}"/>
              </a:ext>
            </a:extLst>
          </p:cNvPr>
          <p:cNvSpPr/>
          <p:nvPr/>
        </p:nvSpPr>
        <p:spPr>
          <a:xfrm>
            <a:off x="6867269" y="5752648"/>
            <a:ext cx="1139136" cy="211203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kumimoji="1" lang="ko-KR" altLang="en-US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기술검증 항목 협의</a:t>
            </a:r>
            <a:endParaRPr kumimoji="1" lang="en-US" altLang="ko-KR" sz="900" b="1" kern="0" dirty="0">
              <a:solidFill>
                <a:schemeClr val="accent6">
                  <a:lumMod val="50000"/>
                </a:schemeClr>
              </a:solidFill>
              <a:effectLst>
                <a:glow rad="101600">
                  <a:schemeClr val="bg1">
                    <a:alpha val="80000"/>
                  </a:schemeClr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258A15C-23DB-47CA-A495-CC9E5118482D}"/>
              </a:ext>
            </a:extLst>
          </p:cNvPr>
          <p:cNvSpPr/>
          <p:nvPr/>
        </p:nvSpPr>
        <p:spPr>
          <a:xfrm>
            <a:off x="6399551" y="5088547"/>
            <a:ext cx="1638417" cy="211203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spAutoFit/>
          </a:bodyPr>
          <a:lstStyle/>
          <a:p>
            <a:pPr fontAlgn="base">
              <a:spcAft>
                <a:spcPct val="0"/>
              </a:spcAft>
            </a:pPr>
            <a:r>
              <a:rPr kumimoji="1" lang="en-US" altLang="ko-KR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Demo </a:t>
            </a:r>
            <a:r>
              <a:rPr kumimoji="1" lang="ko-KR" altLang="en-US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항목 설계</a:t>
            </a:r>
            <a:endParaRPr kumimoji="1" lang="en-US" altLang="ko-KR" sz="900" b="1" kern="0" dirty="0">
              <a:solidFill>
                <a:schemeClr val="accent6">
                  <a:lumMod val="50000"/>
                </a:schemeClr>
              </a:solidFill>
              <a:effectLst>
                <a:glow rad="101600">
                  <a:schemeClr val="bg1">
                    <a:alpha val="80000"/>
                  </a:schemeClr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F8B8134-24C2-4D8C-B529-9DC496341FC3}"/>
              </a:ext>
            </a:extLst>
          </p:cNvPr>
          <p:cNvCxnSpPr>
            <a:cxnSpLocks/>
          </p:cNvCxnSpPr>
          <p:nvPr/>
        </p:nvCxnSpPr>
        <p:spPr>
          <a:xfrm>
            <a:off x="6416790" y="5088547"/>
            <a:ext cx="803160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D5D33E7-762B-4E70-87DA-C5461D0E48C2}"/>
              </a:ext>
            </a:extLst>
          </p:cNvPr>
          <p:cNvSpPr/>
          <p:nvPr/>
        </p:nvSpPr>
        <p:spPr>
          <a:xfrm>
            <a:off x="7071212" y="5426412"/>
            <a:ext cx="1831605" cy="211203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spAutoFit/>
          </a:bodyPr>
          <a:lstStyle/>
          <a:p>
            <a:pPr fontAlgn="base">
              <a:spcAft>
                <a:spcPct val="0"/>
              </a:spcAft>
            </a:pPr>
            <a:r>
              <a:rPr kumimoji="1" lang="ko-KR" altLang="en-US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메자닌</a:t>
            </a:r>
            <a:r>
              <a:rPr kumimoji="1" lang="en-US" altLang="ko-KR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Rack, </a:t>
            </a:r>
            <a:r>
              <a:rPr kumimoji="1" lang="ko-KR" altLang="en-US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제작</a:t>
            </a:r>
            <a:r>
              <a:rPr kumimoji="1" lang="en-US" altLang="ko-KR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</a:t>
            </a:r>
            <a:endParaRPr kumimoji="1" lang="en-US" altLang="ko-KR" sz="900" b="1" kern="0" dirty="0">
              <a:solidFill>
                <a:schemeClr val="accent6">
                  <a:lumMod val="50000"/>
                </a:schemeClr>
              </a:solidFill>
              <a:effectLst>
                <a:glow rad="101600">
                  <a:schemeClr val="bg1">
                    <a:alpha val="80000"/>
                  </a:schemeClr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2CB135E-679C-4987-82DB-77D651C3BAD1}"/>
              </a:ext>
            </a:extLst>
          </p:cNvPr>
          <p:cNvCxnSpPr>
            <a:cxnSpLocks/>
          </p:cNvCxnSpPr>
          <p:nvPr/>
        </p:nvCxnSpPr>
        <p:spPr>
          <a:xfrm>
            <a:off x="7370891" y="5730888"/>
            <a:ext cx="1482009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2C5DE01-BAB9-4D6A-898B-A27F99929221}"/>
              </a:ext>
            </a:extLst>
          </p:cNvPr>
          <p:cNvSpPr/>
          <p:nvPr/>
        </p:nvSpPr>
        <p:spPr>
          <a:xfrm>
            <a:off x="8283333" y="5748499"/>
            <a:ext cx="1139135" cy="211203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kumimoji="1" lang="en-US" altLang="ko-KR" sz="900" b="1" kern="0" dirty="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bg1">
                      <a:alpha val="80000"/>
                    </a:schemeClr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MI Lansing PO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0F11D92-B69D-46C1-BA23-E9A67C3E4E0B}"/>
              </a:ext>
            </a:extLst>
          </p:cNvPr>
          <p:cNvCxnSpPr>
            <a:cxnSpLocks/>
          </p:cNvCxnSpPr>
          <p:nvPr/>
        </p:nvCxnSpPr>
        <p:spPr>
          <a:xfrm>
            <a:off x="7085581" y="5439712"/>
            <a:ext cx="1139136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CD54123-9B00-427B-90C3-71C1AEB41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65925"/>
              </p:ext>
            </p:extLst>
          </p:nvPr>
        </p:nvGraphicFramePr>
        <p:xfrm>
          <a:off x="4601815" y="1280625"/>
          <a:ext cx="4440753" cy="2076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713">
                  <a:extLst>
                    <a:ext uri="{9D8B030D-6E8A-4147-A177-3AD203B41FA5}">
                      <a16:colId xmlns:a16="http://schemas.microsoft.com/office/drawing/2014/main" val="4051928136"/>
                    </a:ext>
                  </a:extLst>
                </a:gridCol>
                <a:gridCol w="873687">
                  <a:extLst>
                    <a:ext uri="{9D8B030D-6E8A-4147-A177-3AD203B41FA5}">
                      <a16:colId xmlns:a16="http://schemas.microsoft.com/office/drawing/2014/main" val="752663534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2236692007"/>
                    </a:ext>
                  </a:extLst>
                </a:gridCol>
                <a:gridCol w="2462809">
                  <a:extLst>
                    <a:ext uri="{9D8B030D-6E8A-4147-A177-3AD203B41FA5}">
                      <a16:colId xmlns:a16="http://schemas.microsoft.com/office/drawing/2014/main" val="3517757331"/>
                    </a:ext>
                  </a:extLst>
                </a:gridCol>
              </a:tblGrid>
              <a:tr h="243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 항목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상세 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85523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Rack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859358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184701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메자닌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968178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kern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758800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047151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벽체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309808"/>
                  </a:ext>
                </a:extLst>
              </a:tr>
              <a:tr h="261807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ja-JP" altLang="en-US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145936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FC1DEC41-D054-47FE-9B49-929B3A97B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586" y="1012832"/>
            <a:ext cx="746999" cy="196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검증 항목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46B9E05-0239-47B5-A65E-74FB8A2A8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586" y="3829134"/>
            <a:ext cx="746999" cy="196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추진 일정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AC95673-6316-452C-B7C0-86698862F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368" y="1012832"/>
            <a:ext cx="1229504" cy="196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Demo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설비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Image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29C6734-939E-4285-AB0A-F1D3E2C87EFC}"/>
              </a:ext>
            </a:extLst>
          </p:cNvPr>
          <p:cNvSpPr/>
          <p:nvPr/>
        </p:nvSpPr>
        <p:spPr>
          <a:xfrm>
            <a:off x="4553528" y="4008931"/>
            <a:ext cx="4744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lang="en-US" altLang="ko-KR" sz="1000" dirty="0">
                <a:latin typeface="Arial Narrow"/>
                <a:ea typeface="LG스마트체 Regular"/>
              </a:rPr>
              <a:t>-</a:t>
            </a:r>
            <a:r>
              <a:rPr lang="en-US" altLang="ko-KR" sz="1000" dirty="0" err="1">
                <a:latin typeface="Arial Narrow"/>
                <a:ea typeface="LG스마트체 Regular"/>
              </a:rPr>
              <a:t>dfddddd</a:t>
            </a:r>
            <a:endParaRPr lang="ko-KR" altLang="en-US" sz="1000" dirty="0">
              <a:latin typeface="Arial Narrow"/>
              <a:ea typeface="LG스마트체 Regular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1FCCB3A-D511-4C53-A96B-8CB92C803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422740"/>
              </p:ext>
            </p:extLst>
          </p:nvPr>
        </p:nvGraphicFramePr>
        <p:xfrm>
          <a:off x="421049" y="4238091"/>
          <a:ext cx="3569497" cy="174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533">
                  <a:extLst>
                    <a:ext uri="{9D8B030D-6E8A-4147-A177-3AD203B41FA5}">
                      <a16:colId xmlns:a16="http://schemas.microsoft.com/office/drawing/2014/main" val="4051928136"/>
                    </a:ext>
                  </a:extLst>
                </a:gridCol>
                <a:gridCol w="1519495">
                  <a:extLst>
                    <a:ext uri="{9D8B030D-6E8A-4147-A177-3AD203B41FA5}">
                      <a16:colId xmlns:a16="http://schemas.microsoft.com/office/drawing/2014/main" val="752663534"/>
                    </a:ext>
                  </a:extLst>
                </a:gridCol>
                <a:gridCol w="1334469">
                  <a:extLst>
                    <a:ext uri="{9D8B030D-6E8A-4147-A177-3AD203B41FA5}">
                      <a16:colId xmlns:a16="http://schemas.microsoft.com/office/drawing/2014/main" val="2236692007"/>
                    </a:ext>
                  </a:extLst>
                </a:gridCol>
              </a:tblGrid>
              <a:tr h="2291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85523"/>
                  </a:ext>
                </a:extLst>
              </a:tr>
              <a:tr h="288449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Rack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859358"/>
                  </a:ext>
                </a:extLst>
              </a:tr>
              <a:tr h="233091">
                <a:tc rowSpan="2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메자닌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968178"/>
                  </a:ext>
                </a:extLst>
              </a:tr>
              <a:tr h="233091"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758800"/>
                  </a:ext>
                </a:extLst>
              </a:tr>
              <a:tr h="230486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UT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047151"/>
                  </a:ext>
                </a:extLst>
              </a:tr>
              <a:tr h="263332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벽체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309808"/>
                  </a:ext>
                </a:extLst>
              </a:tr>
              <a:tr h="263332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145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14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1EC7906-8F76-4C49-9233-1A0C9C800419}"/>
              </a:ext>
            </a:extLst>
          </p:cNvPr>
          <p:cNvSpPr txBox="1"/>
          <p:nvPr/>
        </p:nvSpPr>
        <p:spPr>
          <a:xfrm>
            <a:off x="305928" y="192526"/>
            <a:ext cx="2237792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</a:t>
            </a:r>
            <a:r>
              <a:rPr lang="en-US" altLang="ko-KR" dirty="0" err="1"/>
              <a:t>Xxxx</a:t>
            </a:r>
            <a:r>
              <a:rPr lang="ko-KR" altLang="en-US" dirty="0"/>
              <a:t> 조직도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6796391-9F27-4972-9560-2C2FB40F4AC4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1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95894B0-78B8-47E4-B139-33DB1562E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28" y="583477"/>
            <a:ext cx="1203856" cy="2238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&lt;Head message&gt;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CA189C-0036-48DE-AA7B-A9D648A21363}"/>
              </a:ext>
            </a:extLst>
          </p:cNvPr>
          <p:cNvSpPr txBox="1"/>
          <p:nvPr/>
        </p:nvSpPr>
        <p:spPr>
          <a:xfrm>
            <a:off x="1365896" y="2129378"/>
            <a:ext cx="399468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27963" rtl="0" eaLnBrk="1" fontAlgn="auto" latinLnBrk="1" hangingPunct="1">
              <a:lnSpc>
                <a:spcPct val="100000"/>
              </a:lnSpc>
              <a:spcBef>
                <a:spcPts val="554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923" dirty="0">
                <a:solidFill>
                  <a:prstClr val="black"/>
                </a:solidFill>
                <a:latin typeface="Arial Narrow"/>
                <a:ea typeface="LG스마트체 Regular"/>
              </a:rPr>
              <a:t>10</a:t>
            </a:r>
            <a:r>
              <a:rPr kumimoji="0" lang="ko-KR" altLang="en-US" sz="92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</a:t>
            </a:r>
            <a:endParaRPr kumimoji="0" lang="en-US" altLang="ko-KR" sz="92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BB93ED62-B08E-48D1-B7EC-FBD277350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87829"/>
              </p:ext>
            </p:extLst>
          </p:nvPr>
        </p:nvGraphicFramePr>
        <p:xfrm>
          <a:off x="7768407" y="1123079"/>
          <a:ext cx="1302481" cy="703385"/>
        </p:xfrm>
        <a:graphic>
          <a:graphicData uri="http://schemas.openxmlformats.org/drawingml/2006/table">
            <a:tbl>
              <a:tblPr firstRow="1" bandRow="1"/>
              <a:tblGrid>
                <a:gridCol w="33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26">
                  <a:extLst>
                    <a:ext uri="{9D8B030D-6E8A-4147-A177-3AD203B41FA5}">
                      <a16:colId xmlns:a16="http://schemas.microsoft.com/office/drawing/2014/main" val="1462013061"/>
                    </a:ext>
                  </a:extLst>
                </a:gridCol>
                <a:gridCol w="321326">
                  <a:extLst>
                    <a:ext uri="{9D8B030D-6E8A-4147-A177-3AD203B41FA5}">
                      <a16:colId xmlns:a16="http://schemas.microsoft.com/office/drawing/2014/main" val="1693600825"/>
                    </a:ext>
                  </a:extLst>
                </a:gridCol>
                <a:gridCol w="321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534973"/>
                  </a:ext>
                </a:extLst>
              </a:tr>
              <a:tr h="1406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PRI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515031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CNS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32520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315513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A3DEFFF5-D84E-4764-B6DC-9BAA6D280F17}"/>
              </a:ext>
            </a:extLst>
          </p:cNvPr>
          <p:cNvSpPr txBox="1"/>
          <p:nvPr/>
        </p:nvSpPr>
        <p:spPr>
          <a:xfrm>
            <a:off x="7676312" y="908720"/>
            <a:ext cx="1083951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27963" rtl="0" eaLnBrk="1" fontAlgn="auto" latinLnBrk="1" hangingPunct="1">
              <a:lnSpc>
                <a:spcPct val="100000"/>
              </a:lnSpc>
              <a:spcBef>
                <a:spcPts val="554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Task </a:t>
            </a:r>
            <a:r>
              <a:rPr kumimoji="0" lang="ko-KR" altLang="en-US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구성</a:t>
            </a:r>
            <a:r>
              <a:rPr kumimoji="0" lang="en-US" altLang="ko-KR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인원</a:t>
            </a:r>
            <a:r>
              <a:rPr kumimoji="0" lang="en-US" altLang="ko-KR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</a:t>
            </a:r>
            <a:r>
              <a:rPr kumimoji="0" lang="en-US" altLang="ko-KR" sz="96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8B1E0C0-77F6-4944-926B-226908C7EFDF}"/>
              </a:ext>
            </a:extLst>
          </p:cNvPr>
          <p:cNvSpPr/>
          <p:nvPr/>
        </p:nvSpPr>
        <p:spPr>
          <a:xfrm>
            <a:off x="718296" y="2345394"/>
            <a:ext cx="1351181" cy="174583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LG</a:t>
            </a:r>
            <a:r>
              <a:rPr kumimoji="0" lang="ko-KR" altLang="en-US" sz="110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에너지솔루션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C8163E9-24DF-4358-9057-6315076A63F4}"/>
              </a:ext>
            </a:extLst>
          </p:cNvPr>
          <p:cNvSpPr/>
          <p:nvPr/>
        </p:nvSpPr>
        <p:spPr>
          <a:xfrm>
            <a:off x="3034878" y="2345394"/>
            <a:ext cx="1360548" cy="174583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LGPRI</a:t>
            </a:r>
            <a:endParaRPr kumimoji="0" lang="ko-KR" altLang="en-US" sz="110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F846E684-1D83-4162-8E82-443DBF48B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563728"/>
              </p:ext>
            </p:extLst>
          </p:nvPr>
        </p:nvGraphicFramePr>
        <p:xfrm>
          <a:off x="3034878" y="4517883"/>
          <a:ext cx="1360548" cy="365842"/>
        </p:xfrm>
        <a:graphic>
          <a:graphicData uri="http://schemas.openxmlformats.org/drawingml/2006/table">
            <a:tbl>
              <a:tblPr firstRow="1" bandRow="1"/>
              <a:tblGrid>
                <a:gridCol w="91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Rectangle 1">
            <a:extLst>
              <a:ext uri="{FF2B5EF4-FFF2-40B4-BE49-F238E27FC236}">
                <a16:creationId xmlns:a16="http://schemas.microsoft.com/office/drawing/2014/main" id="{86249E00-6824-4434-A4D0-9A6682005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4057" y="1056239"/>
            <a:ext cx="170525" cy="59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84408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ko-KR" sz="166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endParaRPr kumimoji="0" lang="ko-KR" altLang="ko-KR" sz="166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B44C24A3-600E-4731-8837-202917C25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67348"/>
              </p:ext>
            </p:extLst>
          </p:nvPr>
        </p:nvGraphicFramePr>
        <p:xfrm>
          <a:off x="717982" y="2759894"/>
          <a:ext cx="1351495" cy="1280447"/>
        </p:xfrm>
        <a:graphic>
          <a:graphicData uri="http://schemas.openxmlformats.org/drawingml/2006/table">
            <a:tbl>
              <a:tblPr firstRow="1" bandRow="1"/>
              <a:tblGrid>
                <a:gridCol w="909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180184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060256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905311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818734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799371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584232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731249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D68559D-0967-4724-AD63-C30EFF969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346857"/>
              </p:ext>
            </p:extLst>
          </p:nvPr>
        </p:nvGraphicFramePr>
        <p:xfrm>
          <a:off x="3034878" y="3908917"/>
          <a:ext cx="1360548" cy="365842"/>
        </p:xfrm>
        <a:graphic>
          <a:graphicData uri="http://schemas.openxmlformats.org/drawingml/2006/table">
            <a:tbl>
              <a:tblPr firstRow="1" bandRow="1"/>
              <a:tblGrid>
                <a:gridCol w="91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809293"/>
                  </a:ext>
                </a:extLst>
              </a:tr>
            </a:tbl>
          </a:graphicData>
        </a:graphic>
      </p:graphicFrame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F4BF6CA1-FC9A-4DC1-A0A2-9D62F51CE2C9}"/>
              </a:ext>
            </a:extLst>
          </p:cNvPr>
          <p:cNvCxnSpPr>
            <a:cxnSpLocks/>
            <a:stCxn id="97" idx="2"/>
            <a:endCxn id="81" idx="0"/>
          </p:cNvCxnSpPr>
          <p:nvPr/>
        </p:nvCxnSpPr>
        <p:spPr>
          <a:xfrm rot="16200000" flipH="1">
            <a:off x="5083327" y="1394208"/>
            <a:ext cx="690611" cy="12117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33A64CB-C235-4502-9E5A-9313021C2063}"/>
              </a:ext>
            </a:extLst>
          </p:cNvPr>
          <p:cNvCxnSpPr>
            <a:cxnSpLocks/>
            <a:stCxn id="64" idx="0"/>
            <a:endCxn id="97" idx="2"/>
          </p:cNvCxnSpPr>
          <p:nvPr/>
        </p:nvCxnSpPr>
        <p:spPr>
          <a:xfrm rot="5400000" flipH="1" flipV="1">
            <a:off x="2763014" y="285657"/>
            <a:ext cx="690611" cy="342886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3A0C124-7F6B-46B0-BC12-9216BEB72AFA}"/>
              </a:ext>
            </a:extLst>
          </p:cNvPr>
          <p:cNvSpPr txBox="1"/>
          <p:nvPr/>
        </p:nvSpPr>
        <p:spPr>
          <a:xfrm>
            <a:off x="3680536" y="2129378"/>
            <a:ext cx="344966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27963" rtl="0" eaLnBrk="1" fontAlgn="auto" latinLnBrk="1" hangingPunct="1">
              <a:lnSpc>
                <a:spcPct val="100000"/>
              </a:lnSpc>
              <a:spcBef>
                <a:spcPts val="554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92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9</a:t>
            </a:r>
            <a:r>
              <a:rPr kumimoji="0" lang="ko-KR" altLang="en-US" sz="92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</a:t>
            </a:r>
            <a:endParaRPr kumimoji="0" lang="en-US" altLang="ko-KR" sz="92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AD8F62BB-9DFF-4A64-A96E-8CD2E2845D17}"/>
              </a:ext>
            </a:extLst>
          </p:cNvPr>
          <p:cNvSpPr/>
          <p:nvPr/>
        </p:nvSpPr>
        <p:spPr>
          <a:xfrm>
            <a:off x="4817989" y="1611759"/>
            <a:ext cx="3529305" cy="894524"/>
          </a:xfrm>
          <a:custGeom>
            <a:avLst/>
            <a:gdLst>
              <a:gd name="connsiteX0" fmla="*/ 0 w 2939143"/>
              <a:gd name="connsiteY0" fmla="*/ 0 h 680357"/>
              <a:gd name="connsiteX1" fmla="*/ 0 w 2939143"/>
              <a:gd name="connsiteY1" fmla="*/ 293914 h 680357"/>
              <a:gd name="connsiteX2" fmla="*/ 2939143 w 2939143"/>
              <a:gd name="connsiteY2" fmla="*/ 293914 h 680357"/>
              <a:gd name="connsiteX3" fmla="*/ 2939143 w 2939143"/>
              <a:gd name="connsiteY3" fmla="*/ 680357 h 68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9143" h="680357">
                <a:moveTo>
                  <a:pt x="0" y="0"/>
                </a:moveTo>
                <a:lnTo>
                  <a:pt x="0" y="293914"/>
                </a:lnTo>
                <a:lnTo>
                  <a:pt x="2939143" y="293914"/>
                </a:lnTo>
                <a:lnTo>
                  <a:pt x="2939143" y="680357"/>
                </a:lnTo>
              </a:path>
            </a:pathLst>
          </a:cu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E6D00E-CE6A-4A48-93B9-8C67DF026A74}"/>
              </a:ext>
            </a:extLst>
          </p:cNvPr>
          <p:cNvSpPr txBox="1"/>
          <p:nvPr/>
        </p:nvSpPr>
        <p:spPr>
          <a:xfrm>
            <a:off x="6772900" y="1744208"/>
            <a:ext cx="7497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27963" rtl="0" eaLnBrk="1" fontAlgn="auto" latinLnBrk="1" hangingPunct="1">
              <a:lnSpc>
                <a:spcPct val="100000"/>
              </a:lnSpc>
              <a:spcBef>
                <a:spcPts val="554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Co-Work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4AB2CE-7945-4E62-9B12-40218D6515D8}"/>
              </a:ext>
            </a:extLst>
          </p:cNvPr>
          <p:cNvSpPr txBox="1"/>
          <p:nvPr/>
        </p:nvSpPr>
        <p:spPr>
          <a:xfrm>
            <a:off x="6010676" y="2129378"/>
            <a:ext cx="344966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27963" rtl="0" eaLnBrk="1" fontAlgn="auto" latinLnBrk="1" hangingPunct="1">
              <a:lnSpc>
                <a:spcPct val="100000"/>
              </a:lnSpc>
              <a:spcBef>
                <a:spcPts val="554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92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7</a:t>
            </a:r>
            <a:r>
              <a:rPr kumimoji="0" lang="ko-KR" altLang="en-US" sz="92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</a:t>
            </a:r>
            <a:endParaRPr kumimoji="0" lang="en-US" altLang="ko-KR" sz="92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8A2A4E8C-F816-4C6A-9F55-ADD664504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487307"/>
              </p:ext>
            </p:extLst>
          </p:nvPr>
        </p:nvGraphicFramePr>
        <p:xfrm>
          <a:off x="5347650" y="2754511"/>
          <a:ext cx="1370168" cy="548763"/>
        </p:xfrm>
        <a:graphic>
          <a:graphicData uri="http://schemas.openxmlformats.org/drawingml/2006/table">
            <a:tbl>
              <a:tblPr firstRow="1" bandRow="1"/>
              <a:tblGrid>
                <a:gridCol w="92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515031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048901"/>
                  </a:ext>
                </a:extLst>
              </a:tr>
            </a:tbl>
          </a:graphicData>
        </a:graphic>
      </p:graphicFrame>
      <p:sp>
        <p:nvSpPr>
          <p:cNvPr id="81" name="직사각형 80">
            <a:extLst>
              <a:ext uri="{FF2B5EF4-FFF2-40B4-BE49-F238E27FC236}">
                <a16:creationId xmlns:a16="http://schemas.microsoft.com/office/drawing/2014/main" id="{A04D8396-7717-4261-A537-D7D85631D0D7}"/>
              </a:ext>
            </a:extLst>
          </p:cNvPr>
          <p:cNvSpPr/>
          <p:nvPr/>
        </p:nvSpPr>
        <p:spPr>
          <a:xfrm>
            <a:off x="5351208" y="2345394"/>
            <a:ext cx="1366608" cy="174583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LGCNS</a:t>
            </a:r>
            <a:endParaRPr kumimoji="0" lang="ko-KR" altLang="en-US" sz="110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44FC9B7B-B82C-4223-A6B7-231435314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0708"/>
              </p:ext>
            </p:extLst>
          </p:nvPr>
        </p:nvGraphicFramePr>
        <p:xfrm>
          <a:off x="5347650" y="4391089"/>
          <a:ext cx="1370168" cy="365842"/>
        </p:xfrm>
        <a:graphic>
          <a:graphicData uri="http://schemas.openxmlformats.org/drawingml/2006/table">
            <a:tbl>
              <a:tblPr firstRow="1" bandRow="1"/>
              <a:tblGrid>
                <a:gridCol w="92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45249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01610"/>
                  </a:ext>
                </a:extLst>
              </a:tr>
            </a:tbl>
          </a:graphicData>
        </a:graphic>
      </p:graphicFrame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FD83E63B-D6D0-460C-8AD9-5687612E1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689017"/>
              </p:ext>
            </p:extLst>
          </p:nvPr>
        </p:nvGraphicFramePr>
        <p:xfrm>
          <a:off x="5347650" y="3546775"/>
          <a:ext cx="1370168" cy="178348"/>
        </p:xfrm>
        <a:graphic>
          <a:graphicData uri="http://schemas.openxmlformats.org/drawingml/2006/table">
            <a:tbl>
              <a:tblPr firstRow="1" bandRow="1"/>
              <a:tblGrid>
                <a:gridCol w="92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3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5C78B72E-41B5-400E-96BB-385CF0272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439232"/>
              </p:ext>
            </p:extLst>
          </p:nvPr>
        </p:nvGraphicFramePr>
        <p:xfrm>
          <a:off x="5347650" y="3968275"/>
          <a:ext cx="1370168" cy="178348"/>
        </p:xfrm>
        <a:graphic>
          <a:graphicData uri="http://schemas.openxmlformats.org/drawingml/2006/table">
            <a:tbl>
              <a:tblPr firstRow="1" bandRow="1"/>
              <a:tblGrid>
                <a:gridCol w="92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3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F9746C9B-DCC5-459A-B45B-90FF91228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51321"/>
              </p:ext>
            </p:extLst>
          </p:nvPr>
        </p:nvGraphicFramePr>
        <p:xfrm>
          <a:off x="3034878" y="2754511"/>
          <a:ext cx="1360548" cy="914605"/>
        </p:xfrm>
        <a:graphic>
          <a:graphicData uri="http://schemas.openxmlformats.org/drawingml/2006/table">
            <a:tbl>
              <a:tblPr firstRow="1" bandRow="1"/>
              <a:tblGrid>
                <a:gridCol w="91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847953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913109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상근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256627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57714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A3ED71EB-9CD3-404B-A30E-513886909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89115"/>
              </p:ext>
            </p:extLst>
          </p:nvPr>
        </p:nvGraphicFramePr>
        <p:xfrm>
          <a:off x="718296" y="4319768"/>
          <a:ext cx="1351181" cy="365842"/>
        </p:xfrm>
        <a:graphic>
          <a:graphicData uri="http://schemas.openxmlformats.org/drawingml/2006/table">
            <a:tbl>
              <a:tblPr firstRow="1" bandRow="1"/>
              <a:tblGrid>
                <a:gridCol w="90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362800"/>
                  </a:ext>
                </a:extLst>
              </a:tr>
              <a:tr h="18292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325272"/>
                  </a:ext>
                </a:extLst>
              </a:tr>
            </a:tbl>
          </a:graphicData>
        </a:graphic>
      </p:graphicFrame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EDCD7F79-A021-4D64-BFF8-96C7606353CC}"/>
              </a:ext>
            </a:extLst>
          </p:cNvPr>
          <p:cNvCxnSpPr>
            <a:cxnSpLocks/>
            <a:stCxn id="65" idx="0"/>
            <a:endCxn id="97" idx="2"/>
          </p:cNvCxnSpPr>
          <p:nvPr/>
        </p:nvCxnSpPr>
        <p:spPr>
          <a:xfrm rot="5400000" flipH="1" flipV="1">
            <a:off x="3923647" y="1446289"/>
            <a:ext cx="690611" cy="11076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85D2C59-C2B0-496E-8314-648523D138E9}"/>
              </a:ext>
            </a:extLst>
          </p:cNvPr>
          <p:cNvSpPr/>
          <p:nvPr/>
        </p:nvSpPr>
        <p:spPr>
          <a:xfrm>
            <a:off x="4142478" y="1271935"/>
            <a:ext cx="1360548" cy="382848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8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리더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69316E3-AD0C-4554-ABD7-5F52FDF8C10A}"/>
              </a:ext>
            </a:extLst>
          </p:cNvPr>
          <p:cNvSpPr/>
          <p:nvPr/>
        </p:nvSpPr>
        <p:spPr>
          <a:xfrm>
            <a:off x="1093400" y="1294259"/>
            <a:ext cx="1510027" cy="47892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defTabSz="422041" rtl="0" eaLnBrk="1" fontAlgn="auto" latinLnBrk="1" hangingPunct="1"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dirty="0">
                <a:latin typeface="Arial Narrow" panose="020B0606020202030204" pitchFamily="34" charset="0"/>
                <a:ea typeface="LG스마트체 Regular"/>
              </a:rPr>
              <a:t>[LGES] </a:t>
            </a:r>
            <a:r>
              <a:rPr lang="en-US" altLang="ko-KR" sz="1000" kern="0" dirty="0" err="1">
                <a:latin typeface="Arial Narrow" panose="020B0606020202030204" pitchFamily="34" charset="0"/>
                <a:ea typeface="LG스마트체 Regular"/>
              </a:rPr>
              <a:t>xxxxx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ko-KR" altLang="en-US" sz="1000" kern="0" dirty="0" err="1">
                <a:latin typeface="Arial Narrow" panose="020B0606020202030204" pitchFamily="34" charset="0"/>
                <a:ea typeface="LG스마트체 Regular"/>
              </a:rPr>
              <a:t>그룹장</a:t>
            </a:r>
            <a:br>
              <a:rPr lang="en-US" altLang="ko-KR" sz="1000" kern="0" dirty="0">
                <a:latin typeface="Arial Narrow" panose="020B0606020202030204" pitchFamily="34" charset="0"/>
                <a:ea typeface="LG스마트체 Regular"/>
              </a:rPr>
            </a:br>
            <a:r>
              <a:rPr lang="en-US" altLang="ko-KR" sz="1000" kern="0" dirty="0">
                <a:latin typeface="Arial Narrow" panose="020B0606020202030204" pitchFamily="34" charset="0"/>
                <a:ea typeface="LG스마트체 Regular"/>
              </a:rPr>
              <a:t>[LGPRI] </a:t>
            </a:r>
            <a:r>
              <a:rPr lang="en-US" altLang="ko-KR" sz="1000" kern="0" dirty="0" err="1">
                <a:latin typeface="Arial Narrow" panose="020B0606020202030204" pitchFamily="34" charset="0"/>
                <a:ea typeface="LG스마트체 Regular"/>
              </a:rPr>
              <a:t>xxxxx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/>
              </a:rPr>
              <a:t>센터장</a:t>
            </a:r>
            <a:br>
              <a:rPr lang="en-US" altLang="ko-KR" sz="1000" kern="0" dirty="0">
                <a:latin typeface="Arial Narrow" panose="020B0606020202030204" pitchFamily="34" charset="0"/>
                <a:ea typeface="LG스마트체 Regular"/>
              </a:rPr>
            </a:br>
            <a:r>
              <a:rPr lang="en-US" altLang="ko-KR" sz="1000" kern="0" dirty="0">
                <a:latin typeface="Arial Narrow" panose="020B0606020202030204" pitchFamily="34" charset="0"/>
                <a:ea typeface="LG스마트체 Regular"/>
              </a:rPr>
              <a:t>[LGCNS] </a:t>
            </a:r>
            <a:r>
              <a:rPr lang="en-US" altLang="ko-KR" sz="1000" kern="0" dirty="0" err="1">
                <a:latin typeface="Arial Narrow" panose="020B0606020202030204" pitchFamily="34" charset="0"/>
                <a:ea typeface="LG스마트체 Regular"/>
              </a:rPr>
              <a:t>xxxxx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/>
              </a:rPr>
              <a:t>사업부장</a:t>
            </a:r>
            <a:endParaRPr lang="en-US" altLang="ko-KR" sz="1000" kern="0" dirty="0"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E4482AA-168D-4436-BB7B-7790D54FD145}"/>
              </a:ext>
            </a:extLst>
          </p:cNvPr>
          <p:cNvSpPr txBox="1"/>
          <p:nvPr/>
        </p:nvSpPr>
        <p:spPr>
          <a:xfrm>
            <a:off x="1005363" y="1082572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27963" rtl="0" eaLnBrk="1" fontAlgn="auto" latinLnBrk="1" hangingPunct="1">
              <a:lnSpc>
                <a:spcPct val="100000"/>
              </a:lnSpc>
              <a:spcBef>
                <a:spcPts val="554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1100" b="1" dirty="0">
                <a:latin typeface="Arial Narrow"/>
                <a:ea typeface="LG스마트체 Regular"/>
              </a:rPr>
              <a:t>※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Sponsor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997B645-0F05-4A4A-B5F4-616886665E15}"/>
              </a:ext>
            </a:extLst>
          </p:cNvPr>
          <p:cNvSpPr/>
          <p:nvPr/>
        </p:nvSpPr>
        <p:spPr>
          <a:xfrm>
            <a:off x="7673599" y="2345394"/>
            <a:ext cx="1360800" cy="174583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108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108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에너지솔루션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52EF1B0-4B91-4192-A2A2-8FCF2164E9E7}"/>
              </a:ext>
            </a:extLst>
          </p:cNvPr>
          <p:cNvGrpSpPr/>
          <p:nvPr/>
        </p:nvGrpSpPr>
        <p:grpSpPr>
          <a:xfrm>
            <a:off x="7673599" y="2598874"/>
            <a:ext cx="1360548" cy="335313"/>
            <a:chOff x="7803847" y="2598874"/>
            <a:chExt cx="1360548" cy="335313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C6E7129-6478-42C9-ABF0-A5D094574A2A}"/>
                </a:ext>
              </a:extLst>
            </p:cNvPr>
            <p:cNvSpPr/>
            <p:nvPr/>
          </p:nvSpPr>
          <p:spPr>
            <a:xfrm>
              <a:off x="7803847" y="2598874"/>
              <a:ext cx="1360548" cy="1677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none" lIns="33231" tIns="33231" rIns="33231" bIns="33231" rtlCol="0" anchor="ctr">
              <a:noAutofit/>
            </a:bodyPr>
            <a:lstStyle/>
            <a:p>
              <a:pPr algn="ctr" defTabSz="422041">
                <a:lnSpc>
                  <a:spcPct val="120000"/>
                </a:lnSpc>
                <a:spcAft>
                  <a:spcPts val="277"/>
                </a:spcAft>
              </a:pPr>
              <a:r>
                <a:rPr lang="ko-KR" altLang="en-US" sz="1015" b="1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/>
                </a:rPr>
                <a:t>개발팀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ABDD456E-CEFB-4127-A74B-8B82199534E9}"/>
                </a:ext>
              </a:extLst>
            </p:cNvPr>
            <p:cNvSpPr/>
            <p:nvPr/>
          </p:nvSpPr>
          <p:spPr>
            <a:xfrm>
              <a:off x="7803847" y="2766471"/>
              <a:ext cx="1360548" cy="1677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none" lIns="33231" tIns="33231" rIns="33231" bIns="33231" rtlCol="0" anchor="ctr">
              <a:noAutofit/>
            </a:bodyPr>
            <a:lstStyle/>
            <a:p>
              <a:pPr algn="ctr" defTabSz="422041">
                <a:lnSpc>
                  <a:spcPct val="120000"/>
                </a:lnSpc>
                <a:spcAft>
                  <a:spcPts val="277"/>
                </a:spcAft>
              </a:pPr>
              <a:r>
                <a:rPr lang="en-US" altLang="ko-KR" sz="1015" b="1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/>
                </a:rPr>
                <a:t>Task</a:t>
              </a:r>
              <a:endParaRPr lang="ko-KR" altLang="en-US" sz="1015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endParaRPr>
            </a:p>
          </p:txBody>
        </p:sp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38E24860-3F77-41D9-A1FC-377A8E6E9B7F}"/>
              </a:ext>
            </a:extLst>
          </p:cNvPr>
          <p:cNvSpPr/>
          <p:nvPr/>
        </p:nvSpPr>
        <p:spPr>
          <a:xfrm>
            <a:off x="716204" y="2592297"/>
            <a:ext cx="1353274" cy="1677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algn="ctr" defTabSz="422041">
              <a:lnSpc>
                <a:spcPct val="120000"/>
              </a:lnSpc>
              <a:spcAft>
                <a:spcPts val="277"/>
              </a:spcAft>
            </a:pPr>
            <a:r>
              <a:rPr lang="ko-KR" altLang="en-US" sz="1015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팀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B5070BC-CDE3-41BB-B707-299FA0E2B1A7}"/>
              </a:ext>
            </a:extLst>
          </p:cNvPr>
          <p:cNvSpPr/>
          <p:nvPr/>
        </p:nvSpPr>
        <p:spPr>
          <a:xfrm>
            <a:off x="716204" y="4150465"/>
            <a:ext cx="1352960" cy="1677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algn="ctr" defTabSz="422041">
              <a:lnSpc>
                <a:spcPct val="120000"/>
              </a:lnSpc>
              <a:spcAft>
                <a:spcPts val="277"/>
              </a:spcAft>
            </a:pPr>
            <a:r>
              <a:rPr lang="ko-KR" altLang="en-US" sz="1015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팀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639DC1A6-DC1C-40A6-AA4B-0D0FE99DB898}"/>
              </a:ext>
            </a:extLst>
          </p:cNvPr>
          <p:cNvSpPr/>
          <p:nvPr/>
        </p:nvSpPr>
        <p:spPr>
          <a:xfrm>
            <a:off x="3034878" y="2592297"/>
            <a:ext cx="136054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팀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338E4FD-DE57-49BA-975F-6F3543F60D49}"/>
              </a:ext>
            </a:extLst>
          </p:cNvPr>
          <p:cNvSpPr/>
          <p:nvPr/>
        </p:nvSpPr>
        <p:spPr>
          <a:xfrm>
            <a:off x="3034878" y="4351384"/>
            <a:ext cx="136054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솔루션팀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1DE805E-1114-4BCE-A4E6-7E3EA8EA0921}"/>
              </a:ext>
            </a:extLst>
          </p:cNvPr>
          <p:cNvSpPr/>
          <p:nvPr/>
        </p:nvSpPr>
        <p:spPr>
          <a:xfrm>
            <a:off x="3034878" y="3742789"/>
            <a:ext cx="136054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엔지니어링</a:t>
            </a:r>
            <a:r>
              <a:rPr kumimoji="0" lang="en-US" altLang="ko-KR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Task</a:t>
            </a:r>
            <a:endParaRPr kumimoji="0" lang="ko-KR" altLang="en-US" sz="1015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21B00399-84AB-498E-BABC-3F205C60968E}"/>
              </a:ext>
            </a:extLst>
          </p:cNvPr>
          <p:cNvSpPr/>
          <p:nvPr/>
        </p:nvSpPr>
        <p:spPr>
          <a:xfrm>
            <a:off x="5345871" y="2592297"/>
            <a:ext cx="137016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팀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C8CAA0B-2E14-4564-AEB4-85E7B697042A}"/>
              </a:ext>
            </a:extLst>
          </p:cNvPr>
          <p:cNvSpPr/>
          <p:nvPr/>
        </p:nvSpPr>
        <p:spPr>
          <a:xfrm>
            <a:off x="5345871" y="4222217"/>
            <a:ext cx="137016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로봇서비스오퍼링팀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0E07EB6-6195-4CE4-B242-239BB4CDA994}"/>
              </a:ext>
            </a:extLst>
          </p:cNvPr>
          <p:cNvSpPr/>
          <p:nvPr/>
        </p:nvSpPr>
        <p:spPr>
          <a:xfrm>
            <a:off x="5345871" y="3376613"/>
            <a:ext cx="137016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컨설팅팀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A148FE2B-910C-4BEE-BDF4-80148254BB16}"/>
              </a:ext>
            </a:extLst>
          </p:cNvPr>
          <p:cNvSpPr/>
          <p:nvPr/>
        </p:nvSpPr>
        <p:spPr>
          <a:xfrm>
            <a:off x="5345871" y="3798112"/>
            <a:ext cx="1370168" cy="1675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marL="0" marR="0" lvl="0" indent="0" algn="ctr" defTabSz="422041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77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5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설계팀</a:t>
            </a:r>
          </a:p>
        </p:txBody>
      </p:sp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1A86ECC9-8296-4C4A-AFD2-4F4750A8A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417798"/>
              </p:ext>
            </p:extLst>
          </p:nvPr>
        </p:nvGraphicFramePr>
        <p:xfrm>
          <a:off x="718296" y="4968800"/>
          <a:ext cx="1351181" cy="182921"/>
        </p:xfrm>
        <a:graphic>
          <a:graphicData uri="http://schemas.openxmlformats.org/drawingml/2006/table">
            <a:tbl>
              <a:tblPr firstRow="1" bandRow="1"/>
              <a:tblGrid>
                <a:gridCol w="90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비상근</a:t>
                      </a:r>
                    </a:p>
                  </a:txBody>
                  <a:tcPr marL="33231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818827"/>
                  </a:ext>
                </a:extLst>
              </a:tr>
            </a:tbl>
          </a:graphicData>
        </a:graphic>
      </p:graphicFrame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36334549-E050-4AA7-8542-84641F1F71C0}"/>
              </a:ext>
            </a:extLst>
          </p:cNvPr>
          <p:cNvSpPr/>
          <p:nvPr/>
        </p:nvSpPr>
        <p:spPr>
          <a:xfrm>
            <a:off x="716204" y="4797321"/>
            <a:ext cx="1352960" cy="1677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algn="ctr" defTabSz="422041">
              <a:lnSpc>
                <a:spcPct val="120000"/>
              </a:lnSpc>
              <a:spcAft>
                <a:spcPts val="277"/>
              </a:spcAft>
            </a:pPr>
            <a:r>
              <a:rPr lang="ko-KR" altLang="en-US" sz="1015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팀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5A475A06-B203-406F-B61B-ED1CBD5C33B1}"/>
              </a:ext>
            </a:extLst>
          </p:cNvPr>
          <p:cNvSpPr/>
          <p:nvPr/>
        </p:nvSpPr>
        <p:spPr>
          <a:xfrm>
            <a:off x="398390" y="2592296"/>
            <a:ext cx="282208" cy="25594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3231" tIns="33231" rIns="33231" bIns="33231" rtlCol="0" anchor="ctr">
            <a:noAutofit/>
          </a:bodyPr>
          <a:lstStyle/>
          <a:p>
            <a:pPr algn="ctr" defTabSz="422041">
              <a:lnSpc>
                <a:spcPct val="120000"/>
              </a:lnSpc>
              <a:spcAft>
                <a:spcPts val="277"/>
              </a:spcAft>
            </a:pPr>
            <a:r>
              <a:rPr lang="en-US" altLang="ko-KR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FA</a:t>
            </a:r>
            <a:br>
              <a:rPr lang="en-US" altLang="ko-KR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</a:br>
            <a:r>
              <a:rPr lang="ko-KR" altLang="en-US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건설</a:t>
            </a:r>
            <a:br>
              <a:rPr lang="en-US" altLang="ko-KR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</a:br>
            <a:r>
              <a:rPr lang="ko-KR" altLang="en-US" sz="9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에너지</a:t>
            </a:r>
            <a:endParaRPr lang="en-US" altLang="ko-KR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4C2D47-34BF-48E1-B02F-BFC70B0D89CA}"/>
              </a:ext>
            </a:extLst>
          </p:cNvPr>
          <p:cNvGrpSpPr/>
          <p:nvPr/>
        </p:nvGrpSpPr>
        <p:grpSpPr>
          <a:xfrm>
            <a:off x="7673599" y="3014660"/>
            <a:ext cx="1360548" cy="577260"/>
            <a:chOff x="7803847" y="3031353"/>
            <a:chExt cx="1360548" cy="577260"/>
          </a:xfrm>
        </p:grpSpPr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D0E90414-839D-447C-9ACC-CC1694F6591E}"/>
                </a:ext>
              </a:extLst>
            </p:cNvPr>
            <p:cNvSpPr/>
            <p:nvPr/>
          </p:nvSpPr>
          <p:spPr>
            <a:xfrm>
              <a:off x="7803847" y="3031353"/>
              <a:ext cx="1360548" cy="1677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none" lIns="33231" tIns="33231" rIns="33231" bIns="33231" rtlCol="0" anchor="ctr">
              <a:noAutofit/>
            </a:bodyPr>
            <a:lstStyle/>
            <a:p>
              <a:pPr algn="ctr" defTabSz="422041">
                <a:lnSpc>
                  <a:spcPct val="120000"/>
                </a:lnSpc>
                <a:spcAft>
                  <a:spcPts val="277"/>
                </a:spcAft>
              </a:pPr>
              <a:r>
                <a:rPr lang="ko-KR" altLang="en-US" sz="1015" b="1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/>
                </a:rPr>
                <a:t>설비기술팀</a:t>
              </a: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DB1DDCBA-56DD-4E9D-B8B6-F69ECD6FB43F}"/>
                </a:ext>
              </a:extLst>
            </p:cNvPr>
            <p:cNvSpPr/>
            <p:nvPr/>
          </p:nvSpPr>
          <p:spPr>
            <a:xfrm>
              <a:off x="7803847" y="3191487"/>
              <a:ext cx="1360548" cy="1677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none" lIns="33231" tIns="33231" rIns="33231" bIns="33231" rtlCol="0" anchor="ctr">
              <a:noAutofit/>
            </a:bodyPr>
            <a:lstStyle/>
            <a:p>
              <a:pPr algn="ctr" defTabSz="422041">
                <a:lnSpc>
                  <a:spcPct val="120000"/>
                </a:lnSpc>
                <a:spcAft>
                  <a:spcPts val="277"/>
                </a:spcAft>
              </a:pPr>
              <a:r>
                <a:rPr lang="ko-KR" altLang="en-US" sz="1015" b="1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/>
                </a:rPr>
                <a:t>설비기술팀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73C1173-B24E-461E-84F2-CC9301E4C22E}"/>
                </a:ext>
              </a:extLst>
            </p:cNvPr>
            <p:cNvSpPr/>
            <p:nvPr/>
          </p:nvSpPr>
          <p:spPr>
            <a:xfrm>
              <a:off x="7803847" y="3440897"/>
              <a:ext cx="1360548" cy="1677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none" lIns="33231" tIns="33231" rIns="33231" bIns="33231" rtlCol="0" anchor="ctr">
              <a:noAutofit/>
            </a:bodyPr>
            <a:lstStyle/>
            <a:p>
              <a:pPr algn="ctr" defTabSz="422041">
                <a:lnSpc>
                  <a:spcPct val="120000"/>
                </a:lnSpc>
                <a:spcAft>
                  <a:spcPts val="277"/>
                </a:spcAft>
              </a:pPr>
              <a:r>
                <a:rPr lang="ko-KR" altLang="en-US" sz="1015" b="1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/>
                </a:rPr>
                <a:t>생산지원담당</a:t>
              </a:r>
            </a:p>
          </p:txBody>
        </p:sp>
      </p:grpSp>
      <p:sp>
        <p:nvSpPr>
          <p:cNvPr id="58" name="실행 단추: 홈으로 이동 5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2289DE9-87F0-45A9-B251-4D9817162A6C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66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4DB88CDF-02BF-4BC3-9264-48834DFA451E}"/>
              </a:ext>
            </a:extLst>
          </p:cNvPr>
          <p:cNvSpPr/>
          <p:nvPr/>
        </p:nvSpPr>
        <p:spPr>
          <a:xfrm>
            <a:off x="451134" y="4320238"/>
            <a:ext cx="1303392" cy="98134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</a:t>
            </a:r>
            <a:endParaRPr lang="ko-KR" altLang="en-US" sz="11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C0A745B6-69EB-4ADD-BB76-593FDA917D7A}"/>
              </a:ext>
            </a:extLst>
          </p:cNvPr>
          <p:cNvSpPr/>
          <p:nvPr/>
        </p:nvSpPr>
        <p:spPr>
          <a:xfrm>
            <a:off x="451134" y="5412357"/>
            <a:ext cx="1303392" cy="79915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endParaRPr lang="ko-KR" altLang="en-US" sz="11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5C2CA0-5E73-4ACB-A3E6-0CD8C7E1DDFB}"/>
              </a:ext>
            </a:extLst>
          </p:cNvPr>
          <p:cNvSpPr txBox="1"/>
          <p:nvPr/>
        </p:nvSpPr>
        <p:spPr>
          <a:xfrm>
            <a:off x="305928" y="192527"/>
            <a:ext cx="2720873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&gt;XX Task </a:t>
            </a:r>
            <a:r>
              <a:rPr lang="ko-KR" altLang="en-US" dirty="0"/>
              <a:t>추진방향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E3F31-011B-4C9F-B09B-9AB7D7068308}"/>
              </a:ext>
            </a:extLst>
          </p:cNvPr>
          <p:cNvSpPr txBox="1"/>
          <p:nvPr/>
        </p:nvSpPr>
        <p:spPr>
          <a:xfrm>
            <a:off x="2335168" y="1003476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지향점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59E856A-35A1-4E54-8F09-7A7BE2920E9C}"/>
              </a:ext>
            </a:extLst>
          </p:cNvPr>
          <p:cNvSpPr txBox="1"/>
          <p:nvPr/>
        </p:nvSpPr>
        <p:spPr>
          <a:xfrm>
            <a:off x="6680591" y="1003476"/>
            <a:ext cx="1400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u="sng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Xx</a:t>
            </a:r>
            <a:r>
              <a:rPr lang="en-US" altLang="ko-KR" sz="1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Task </a:t>
            </a:r>
            <a:r>
              <a:rPr lang="ko-KR" altLang="en-US" sz="1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중점과제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9A564D-B23B-4053-8012-0FB2BFE98EE8}"/>
              </a:ext>
            </a:extLst>
          </p:cNvPr>
          <p:cNvSpPr/>
          <p:nvPr/>
        </p:nvSpPr>
        <p:spPr>
          <a:xfrm>
            <a:off x="451134" y="2135323"/>
            <a:ext cx="1303392" cy="85676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</a:t>
            </a:r>
            <a:endParaRPr lang="ko-KR" altLang="en-US" sz="11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8B80B30-20ED-407A-A093-FD4A8A4E77E2}"/>
              </a:ext>
            </a:extLst>
          </p:cNvPr>
          <p:cNvSpPr/>
          <p:nvPr/>
        </p:nvSpPr>
        <p:spPr>
          <a:xfrm>
            <a:off x="451134" y="3227440"/>
            <a:ext cx="1303392" cy="8578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endParaRPr lang="ko-KR" altLang="en-US" sz="11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2" name="Picture 4" descr="화살표 재사용 - 무료 화살개 아이콘">
            <a:extLst>
              <a:ext uri="{FF2B5EF4-FFF2-40B4-BE49-F238E27FC236}">
                <a16:creationId xmlns:a16="http://schemas.microsoft.com/office/drawing/2014/main" id="{3EB34838-02B6-4DB2-B14D-760D446C3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737" y="2546150"/>
            <a:ext cx="405123" cy="40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Flexible Icon Images – Browse 67,522 Stock Photos, Vectors, and Video |  Adobe Stock">
            <a:extLst>
              <a:ext uri="{FF2B5EF4-FFF2-40B4-BE49-F238E27FC236}">
                <a16:creationId xmlns:a16="http://schemas.microsoft.com/office/drawing/2014/main" id="{BA9C7A93-D238-4059-A1DD-FDD6FD0E5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7" t="14197" r="30181" b="36377"/>
          <a:stretch/>
        </p:blipFill>
        <p:spPr bwMode="auto">
          <a:xfrm rot="5400000">
            <a:off x="1068495" y="3632946"/>
            <a:ext cx="383607" cy="49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7003E3-4302-46B0-8F00-BEEF6DBE129A}"/>
              </a:ext>
            </a:extLst>
          </p:cNvPr>
          <p:cNvSpPr/>
          <p:nvPr/>
        </p:nvSpPr>
        <p:spPr>
          <a:xfrm>
            <a:off x="5248275" y="1376674"/>
            <a:ext cx="4264822" cy="52146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8034A4CC-FA4B-4160-B3CE-BAB7B96FD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18" y="1383714"/>
            <a:ext cx="4557449" cy="617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anchor="t" anchorCtr="0">
            <a:spAutoFit/>
          </a:bodyPr>
          <a:lstStyle/>
          <a:p>
            <a:pPr>
              <a:lnSpc>
                <a:spcPct val="114000"/>
              </a:lnSpc>
              <a:defRPr/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 『</a:t>
            </a:r>
            <a:r>
              <a:rPr lang="en-US" altLang="ko-KR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xxxxx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』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『</a:t>
            </a:r>
            <a:r>
              <a:rPr lang="en-US" altLang="ko-KR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xxxxx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』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극대화하여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다양한 폼팩터를 유연하게 대응하고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『</a:t>
            </a:r>
            <a:r>
              <a:rPr lang="en-US" altLang="ko-KR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xxxxxx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』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을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최대화하여 경쟁사를 압도할 수 있는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『</a:t>
            </a:r>
            <a:r>
              <a:rPr lang="en-US" altLang="ko-KR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xxxxxx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』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을 확보하겠습니다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229396-6B4A-4D45-97E8-6FDDEF4264E4}"/>
              </a:ext>
            </a:extLst>
          </p:cNvPr>
          <p:cNvGrpSpPr/>
          <p:nvPr/>
        </p:nvGrpSpPr>
        <p:grpSpPr>
          <a:xfrm>
            <a:off x="1076464" y="4815232"/>
            <a:ext cx="367668" cy="367293"/>
            <a:chOff x="963119" y="4934556"/>
            <a:chExt cx="438629" cy="444441"/>
          </a:xfrm>
        </p:grpSpPr>
        <p:pic>
          <p:nvPicPr>
            <p:cNvPr id="55" name="Picture 8" descr="Systems Archive - Prolojik">
              <a:extLst>
                <a:ext uri="{FF2B5EF4-FFF2-40B4-BE49-F238E27FC236}">
                  <a16:creationId xmlns:a16="http://schemas.microsoft.com/office/drawing/2014/main" id="{3E5AB1CB-7768-493D-BF91-370BB337C3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119" y="4934556"/>
              <a:ext cx="438629" cy="444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13E30C5-0B24-4D90-8050-DE0921E081C2}"/>
                </a:ext>
              </a:extLst>
            </p:cNvPr>
            <p:cNvSpPr txBox="1"/>
            <p:nvPr/>
          </p:nvSpPr>
          <p:spPr>
            <a:xfrm>
              <a:off x="1117739" y="5090306"/>
              <a:ext cx="133301" cy="12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180975" marR="0" lvl="0" indent="-180975" fontAlgn="auto">
                <a:lnSpc>
                  <a:spcPts val="14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m"/>
                <a:tabLst/>
                <a:defRPr kumimoji="0" sz="1100" i="0" u="none" strike="noStrike" cap="none" spc="0" normalizeH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defRPr>
              </a:lvl1pPr>
            </a:lstStyle>
            <a:p>
              <a:pPr marL="0" indent="0" algn="ctr" defTabSz="457200" latinLnBrk="0">
                <a:lnSpc>
                  <a:spcPct val="90000"/>
                </a:lnSpc>
                <a:buFont typeface="Wingdings" panose="05000000000000000000" pitchFamily="2" charset="2"/>
                <a:buNone/>
                <a:defRPr/>
              </a:pPr>
              <a:r>
                <a:rPr lang="en-US" altLang="ko-KR" sz="800" b="1" dirty="0">
                  <a:ea typeface="LG스마트체2.0 Regular" panose="020B0600000101010101" pitchFamily="50" charset="-127"/>
                </a:rPr>
                <a:t>3D</a:t>
              </a:r>
              <a:endParaRPr lang="ko-KR" altLang="en-US" sz="800" b="1" dirty="0">
                <a:ea typeface="LG스마트체2.0 Regular" panose="020B0600000101010101" pitchFamily="50" charset="-127"/>
              </a:endParaRPr>
            </a:p>
          </p:txBody>
        </p:sp>
      </p:grpSp>
      <p:pic>
        <p:nvPicPr>
          <p:cNvPr id="68" name="Picture 6" descr="Low Cost Icon Vector Art, Icons, and Graphics for Free Download">
            <a:extLst>
              <a:ext uri="{FF2B5EF4-FFF2-40B4-BE49-F238E27FC236}">
                <a16:creationId xmlns:a16="http://schemas.microsoft.com/office/drawing/2014/main" id="{6BD13CBE-9ACA-4FC5-BFA3-1B2793E39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0" y="5839305"/>
            <a:ext cx="374496" cy="33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ED494429-76DA-4AC9-9392-63EC68733D95}"/>
              </a:ext>
            </a:extLst>
          </p:cNvPr>
          <p:cNvSpPr/>
          <p:nvPr/>
        </p:nvSpPr>
        <p:spPr>
          <a:xfrm>
            <a:off x="378009" y="2173424"/>
            <a:ext cx="425138" cy="1605444"/>
          </a:xfrm>
          <a:prstGeom prst="downArrow">
            <a:avLst>
              <a:gd name="adj1" fmla="val 100000"/>
              <a:gd name="adj2" fmla="val 2450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(‘</a:t>
            </a:r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015BFC-19B6-463B-930F-E7C14615EDAB}"/>
              </a:ext>
            </a:extLst>
          </p:cNvPr>
          <p:cNvSpPr/>
          <p:nvPr/>
        </p:nvSpPr>
        <p:spPr>
          <a:xfrm>
            <a:off x="594090" y="2148668"/>
            <a:ext cx="13324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&gt;Re-Usability</a:t>
            </a:r>
          </a:p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재사용성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25E022A-6B4D-41B9-B764-99ACBF7DA461}"/>
              </a:ext>
            </a:extLst>
          </p:cNvPr>
          <p:cNvSpPr/>
          <p:nvPr/>
        </p:nvSpPr>
        <p:spPr>
          <a:xfrm>
            <a:off x="579664" y="4390504"/>
            <a:ext cx="13612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 High Space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Efficiency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8703DC-C0B4-4F3E-859F-15AE7D3F29DA}"/>
              </a:ext>
            </a:extLst>
          </p:cNvPr>
          <p:cNvSpPr/>
          <p:nvPr/>
        </p:nvSpPr>
        <p:spPr>
          <a:xfrm>
            <a:off x="667831" y="3242061"/>
            <a:ext cx="11849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&gt;Flexibility</a:t>
            </a:r>
          </a:p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유연성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A14953-6DBE-4A0F-A443-D2FDF9937F33}"/>
              </a:ext>
            </a:extLst>
          </p:cNvPr>
          <p:cNvSpPr/>
          <p:nvPr/>
        </p:nvSpPr>
        <p:spPr>
          <a:xfrm>
            <a:off x="658211" y="5423531"/>
            <a:ext cx="1204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 Low Cost</a:t>
            </a:r>
          </a:p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원가 혁신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/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6D940358-A87C-4887-ADA9-ECD4D888C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901" y="1525244"/>
            <a:ext cx="416781" cy="196016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14000"/>
              </a:lnSpc>
              <a:defRPr/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endParaRPr lang="en-US" altLang="ko-KR" sz="120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D8745D45-AA73-4FCA-9938-350B931F35A4}"/>
              </a:ext>
            </a:extLst>
          </p:cNvPr>
          <p:cNvSpPr/>
          <p:nvPr/>
        </p:nvSpPr>
        <p:spPr>
          <a:xfrm>
            <a:off x="4726630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보조</a:t>
            </a:r>
            <a:r>
              <a:rPr lang="en-US" altLang="ko-KR" sz="9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 / </a:t>
            </a:r>
            <a:r>
              <a:rPr lang="en-US" altLang="ko-KR" sz="9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en-US" altLang="ko-KR" sz="9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0" name="화살표: 아래쪽 209">
            <a:extLst>
              <a:ext uri="{FF2B5EF4-FFF2-40B4-BE49-F238E27FC236}">
                <a16:creationId xmlns:a16="http://schemas.microsoft.com/office/drawing/2014/main" id="{86C77B6B-2558-408A-A654-39D4D03DA701}"/>
              </a:ext>
            </a:extLst>
          </p:cNvPr>
          <p:cNvSpPr/>
          <p:nvPr/>
        </p:nvSpPr>
        <p:spPr>
          <a:xfrm>
            <a:off x="378009" y="3809348"/>
            <a:ext cx="425138" cy="2361362"/>
          </a:xfrm>
          <a:prstGeom prst="downArrow">
            <a:avLst>
              <a:gd name="adj1" fmla="val 100000"/>
              <a:gd name="adj2" fmla="val 24504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</a:t>
            </a: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(‘)</a:t>
            </a:r>
            <a:endParaRPr lang="ko-KR" altLang="en-US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63" name="표 262">
            <a:extLst>
              <a:ext uri="{FF2B5EF4-FFF2-40B4-BE49-F238E27FC236}">
                <a16:creationId xmlns:a16="http://schemas.microsoft.com/office/drawing/2014/main" id="{091FBF13-272E-4CD8-90A0-612C39C8A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484815"/>
              </p:ext>
            </p:extLst>
          </p:nvPr>
        </p:nvGraphicFramePr>
        <p:xfrm>
          <a:off x="1946062" y="2374221"/>
          <a:ext cx="2290916" cy="6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42">
                  <a:extLst>
                    <a:ext uri="{9D8B030D-6E8A-4147-A177-3AD203B41FA5}">
                      <a16:colId xmlns:a16="http://schemas.microsoft.com/office/drawing/2014/main" val="1674266136"/>
                    </a:ext>
                  </a:extLst>
                </a:gridCol>
                <a:gridCol w="968287">
                  <a:extLst>
                    <a:ext uri="{9D8B030D-6E8A-4147-A177-3AD203B41FA5}">
                      <a16:colId xmlns:a16="http://schemas.microsoft.com/office/drawing/2014/main" val="3840281894"/>
                    </a:ext>
                  </a:extLst>
                </a:gridCol>
                <a:gridCol w="968287">
                  <a:extLst>
                    <a:ext uri="{9D8B030D-6E8A-4147-A177-3AD203B41FA5}">
                      <a16:colId xmlns:a16="http://schemas.microsoft.com/office/drawing/2014/main" val="2549382496"/>
                    </a:ext>
                  </a:extLst>
                </a:gridCol>
              </a:tblGrid>
              <a:tr h="1571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레거시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Task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4102"/>
                  </a:ext>
                </a:extLst>
              </a:tr>
              <a:tr h="1571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컨셉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40713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72889"/>
                  </a:ext>
                </a:extLst>
              </a:tr>
            </a:tbl>
          </a:graphicData>
        </a:graphic>
      </p:graphicFrame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B29C42E5-44BD-4207-B905-0C4497D1F192}"/>
              </a:ext>
            </a:extLst>
          </p:cNvPr>
          <p:cNvSpPr/>
          <p:nvPr/>
        </p:nvSpPr>
        <p:spPr bwMode="gray">
          <a:xfrm>
            <a:off x="3431208" y="2281408"/>
            <a:ext cx="219612" cy="26731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71450" indent="-171450" latinLnBrk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kumimoji="1" lang="en-US" altLang="ko-KR" sz="1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60E890CB-2A3C-4250-8019-276BD5ACEDAD}"/>
              </a:ext>
            </a:extLst>
          </p:cNvPr>
          <p:cNvSpPr txBox="1"/>
          <p:nvPr/>
        </p:nvSpPr>
        <p:spPr>
          <a:xfrm>
            <a:off x="1827118" y="5431180"/>
            <a:ext cx="463268" cy="1872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400"/>
              </a:spcBef>
              <a:defRPr sz="1100" b="1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ea typeface="LG스마트체 Regular" panose="020B0600000101010101" pitchFamily="50" charset="-127"/>
              </a:rPr>
              <a:t>&lt;</a:t>
            </a:r>
            <a:r>
              <a:rPr lang="ko-KR" altLang="en-US" dirty="0">
                <a:ea typeface="LG스마트체 Regular" panose="020B0600000101010101" pitchFamily="50" charset="-127"/>
              </a:rPr>
              <a:t>내용</a:t>
            </a:r>
            <a:r>
              <a:rPr lang="en-US" altLang="ko-KR" dirty="0">
                <a:ea typeface="LG스마트체 Regular" panose="020B0600000101010101" pitchFamily="50" charset="-127"/>
              </a:rPr>
              <a:t>&gt;</a:t>
            </a:r>
          </a:p>
        </p:txBody>
      </p:sp>
      <p:graphicFrame>
        <p:nvGraphicFramePr>
          <p:cNvPr id="302" name="표 301">
            <a:extLst>
              <a:ext uri="{FF2B5EF4-FFF2-40B4-BE49-F238E27FC236}">
                <a16:creationId xmlns:a16="http://schemas.microsoft.com/office/drawing/2014/main" id="{E1FD5BF9-B606-4BCD-912F-71CF47567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914744"/>
              </p:ext>
            </p:extLst>
          </p:nvPr>
        </p:nvGraphicFramePr>
        <p:xfrm>
          <a:off x="1946062" y="3444055"/>
          <a:ext cx="2284694" cy="58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814">
                  <a:extLst>
                    <a:ext uri="{9D8B030D-6E8A-4147-A177-3AD203B41FA5}">
                      <a16:colId xmlns:a16="http://schemas.microsoft.com/office/drawing/2014/main" val="1674266136"/>
                    </a:ext>
                  </a:extLst>
                </a:gridCol>
                <a:gridCol w="479720">
                  <a:extLst>
                    <a:ext uri="{9D8B030D-6E8A-4147-A177-3AD203B41FA5}">
                      <a16:colId xmlns:a16="http://schemas.microsoft.com/office/drawing/2014/main" val="3840281894"/>
                    </a:ext>
                  </a:extLst>
                </a:gridCol>
                <a:gridCol w="479720">
                  <a:extLst>
                    <a:ext uri="{9D8B030D-6E8A-4147-A177-3AD203B41FA5}">
                      <a16:colId xmlns:a16="http://schemas.microsoft.com/office/drawing/2014/main" val="1842351315"/>
                    </a:ext>
                  </a:extLst>
                </a:gridCol>
                <a:gridCol w="479720">
                  <a:extLst>
                    <a:ext uri="{9D8B030D-6E8A-4147-A177-3AD203B41FA5}">
                      <a16:colId xmlns:a16="http://schemas.microsoft.com/office/drawing/2014/main" val="2549382496"/>
                    </a:ext>
                  </a:extLst>
                </a:gridCol>
                <a:gridCol w="479720">
                  <a:extLst>
                    <a:ext uri="{9D8B030D-6E8A-4147-A177-3AD203B41FA5}">
                      <a16:colId xmlns:a16="http://schemas.microsoft.com/office/drawing/2014/main" val="1235882326"/>
                    </a:ext>
                  </a:extLst>
                </a:gridCol>
              </a:tblGrid>
              <a:tr h="193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공정설비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24102"/>
                  </a:ext>
                </a:extLst>
              </a:tr>
              <a:tr h="193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07134"/>
                  </a:ext>
                </a:extLst>
              </a:tr>
              <a:tr h="193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운반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72889"/>
                  </a:ext>
                </a:extLst>
              </a:tr>
            </a:tbl>
          </a:graphicData>
        </a:graphic>
      </p:graphicFrame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4B5876C1-5D41-417B-BB80-5D9B1695EF39}"/>
              </a:ext>
            </a:extLst>
          </p:cNvPr>
          <p:cNvSpPr/>
          <p:nvPr/>
        </p:nvSpPr>
        <p:spPr>
          <a:xfrm rot="5400000">
            <a:off x="3933458" y="3601543"/>
            <a:ext cx="2180658" cy="18124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BF68008-F130-4F92-B778-C7B1A76BA177}"/>
              </a:ext>
            </a:extLst>
          </p:cNvPr>
          <p:cNvSpPr txBox="1"/>
          <p:nvPr/>
        </p:nvSpPr>
        <p:spPr>
          <a:xfrm>
            <a:off x="6945982" y="4997681"/>
            <a:ext cx="2120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</a:t>
            </a:r>
            <a:b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사양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사양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</a:t>
            </a:r>
            <a:b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사양</a:t>
            </a:r>
            <a:b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사양</a:t>
            </a:r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8F0760BE-187D-42B7-9A50-90BD8752B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901" y="6128226"/>
            <a:ext cx="423193" cy="369332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pPr>
              <a:defRPr/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FDD5F696-97A1-4A2B-ABCB-E0F9FEBC9B20}"/>
              </a:ext>
            </a:extLst>
          </p:cNvPr>
          <p:cNvSpPr txBox="1"/>
          <p:nvPr/>
        </p:nvSpPr>
        <p:spPr>
          <a:xfrm>
            <a:off x="8455825" y="1534339"/>
            <a:ext cx="37350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Footnote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95DE08F3-6FFD-416B-9CDA-CF17935E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55" y="6466220"/>
            <a:ext cx="3868047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900"/>
              </a:lnSpc>
            </a:pP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1)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mall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odular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ging :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소형원자로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(SMR)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개념을 활성화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Aging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공정에 도입한 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각형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20ppm 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단위의</a:t>
            </a:r>
            <a:b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설비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물류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유틸리티 완결형 모듈러 설계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기반의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Aging</a:t>
            </a: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15DFAB79-043F-4B20-A300-6517B0EBA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0" y="587515"/>
            <a:ext cx="1288814" cy="239809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en-US" altLang="ko-KR" sz="15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&lt;Head message&gt;</a:t>
            </a: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A24B7537-CEB7-4940-B7B4-2EF437BF5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952" y="4543922"/>
            <a:ext cx="336631" cy="1633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ko-KR" altLang="en-US" sz="1000" b="1" u="sng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레거시</a:t>
            </a:r>
            <a:endParaRPr lang="en-US" altLang="ko-KR" sz="1000" b="1" u="sng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AC68E19D-2AA9-4CCB-9D90-5871D175C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7876" y="4543922"/>
            <a:ext cx="410369" cy="1599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altLang="ko-KR" sz="1000" b="1" u="sng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Task 1.0</a:t>
            </a:r>
          </a:p>
        </p:txBody>
      </p:sp>
      <p:sp>
        <p:nvSpPr>
          <p:cNvPr id="343" name="직사각형 342">
            <a:extLst>
              <a:ext uri="{FF2B5EF4-FFF2-40B4-BE49-F238E27FC236}">
                <a16:creationId xmlns:a16="http://schemas.microsoft.com/office/drawing/2014/main" id="{0E954DA6-C87A-49B6-899D-A5B37A045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826" y="4543922"/>
            <a:ext cx="410369" cy="1599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 algn="ctr">
              <a:lnSpc>
                <a:spcPct val="114000"/>
              </a:lnSpc>
              <a:defRPr/>
            </a:pPr>
            <a:r>
              <a:rPr lang="en-US" altLang="ko-KR" sz="1000" b="1" u="sng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Task 2.0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CFEE93-4C91-4640-B8FC-C1874CE788FD}"/>
              </a:ext>
            </a:extLst>
          </p:cNvPr>
          <p:cNvSpPr/>
          <p:nvPr/>
        </p:nvSpPr>
        <p:spPr>
          <a:xfrm>
            <a:off x="5378175" y="1552575"/>
            <a:ext cx="165735" cy="166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i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sz="1200" b="1" i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436BA3E8-943F-4EB9-8007-3B8BD9A0A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901" y="4768036"/>
            <a:ext cx="416781" cy="196016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14000"/>
              </a:lnSpc>
              <a:defRPr/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내용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20F1A1D9-1D44-4099-AEE8-D9217B92351F}"/>
              </a:ext>
            </a:extLst>
          </p:cNvPr>
          <p:cNvSpPr/>
          <p:nvPr/>
        </p:nvSpPr>
        <p:spPr>
          <a:xfrm>
            <a:off x="5378175" y="4786595"/>
            <a:ext cx="165735" cy="166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i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200" b="1" i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854DB83C-A57F-499C-A6A8-6AEB03871B7F}"/>
              </a:ext>
            </a:extLst>
          </p:cNvPr>
          <p:cNvSpPr/>
          <p:nvPr/>
        </p:nvSpPr>
        <p:spPr>
          <a:xfrm>
            <a:off x="5378175" y="6131061"/>
            <a:ext cx="165735" cy="166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i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sz="1200" b="1" i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B8D5D75B-89C2-43A3-88EA-D8F35C82C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9616" y="1770873"/>
            <a:ext cx="641201" cy="179729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14000"/>
              </a:lnSpc>
              <a:defRPr/>
            </a:pP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구분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8866109C-7F10-4F19-BE13-38561C9FF5AC}"/>
              </a:ext>
            </a:extLst>
          </p:cNvPr>
          <p:cNvSpPr txBox="1"/>
          <p:nvPr/>
        </p:nvSpPr>
        <p:spPr>
          <a:xfrm>
            <a:off x="6202322" y="2007890"/>
            <a:ext cx="2548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As-is</a:t>
            </a:r>
            <a:endParaRPr kumimoji="0" lang="ko-KR" altLang="en-US" sz="10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00F8AE31-4969-4EE9-BF96-A42811124B8D}"/>
              </a:ext>
            </a:extLst>
          </p:cNvPr>
          <p:cNvSpPr/>
          <p:nvPr/>
        </p:nvSpPr>
        <p:spPr>
          <a:xfrm>
            <a:off x="7477378" y="2536961"/>
            <a:ext cx="147028" cy="206198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977976AA-CB44-440A-BFC5-FB9D9CEB9F73}"/>
              </a:ext>
            </a:extLst>
          </p:cNvPr>
          <p:cNvSpPr txBox="1"/>
          <p:nvPr/>
        </p:nvSpPr>
        <p:spPr>
          <a:xfrm>
            <a:off x="8361288" y="2007890"/>
            <a:ext cx="28533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To-be</a:t>
            </a:r>
            <a:endParaRPr kumimoji="0" lang="ko-KR" altLang="en-US" sz="1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B9F72DD4-DAC7-4007-9D4B-D62AC2BF7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9616" y="3371850"/>
            <a:ext cx="602729" cy="179729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14000"/>
              </a:lnSpc>
              <a:defRPr/>
            </a:pP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구분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과제</a:t>
            </a:r>
            <a:endParaRPr lang="en-US" altLang="ko-KR" sz="11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F69F3D5-A853-4C95-91CA-869DEF9D9F41}"/>
              </a:ext>
            </a:extLst>
          </p:cNvPr>
          <p:cNvSpPr txBox="1"/>
          <p:nvPr/>
        </p:nvSpPr>
        <p:spPr>
          <a:xfrm>
            <a:off x="5577830" y="3563504"/>
            <a:ext cx="31418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내용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F0C50F8-BBAD-4B3A-8042-A9C26A255B6C}"/>
              </a:ext>
            </a:extLst>
          </p:cNvPr>
          <p:cNvSpPr txBox="1"/>
          <p:nvPr/>
        </p:nvSpPr>
        <p:spPr>
          <a:xfrm>
            <a:off x="5910006" y="4460634"/>
            <a:ext cx="60593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ㅇㅇㅇㅇㅇㅇ</a:t>
            </a:r>
            <a:endParaRPr lang="ko-KR" altLang="en-US" sz="9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E063157-26D3-4F7C-B779-666E043978E7}"/>
              </a:ext>
            </a:extLst>
          </p:cNvPr>
          <p:cNvSpPr txBox="1"/>
          <p:nvPr/>
        </p:nvSpPr>
        <p:spPr>
          <a:xfrm>
            <a:off x="7456068" y="4460634"/>
            <a:ext cx="70692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ㅇㅇㅇㅇㅇㅇㅇ</a:t>
            </a:r>
            <a:endParaRPr lang="ko-KR" altLang="en-US" sz="9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91D2483-DD0E-4DEE-B3B7-FA493A6195B5}"/>
              </a:ext>
            </a:extLst>
          </p:cNvPr>
          <p:cNvCxnSpPr/>
          <p:nvPr/>
        </p:nvCxnSpPr>
        <p:spPr>
          <a:xfrm>
            <a:off x="428625" y="6419850"/>
            <a:ext cx="971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실행 단추: 홈으로 이동 16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F944037-89A2-4BA8-AC0B-E3CE11DFE1C1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F9834-6988-FFEB-B162-E665D708F27F}"/>
              </a:ext>
            </a:extLst>
          </p:cNvPr>
          <p:cNvSpPr txBox="1"/>
          <p:nvPr/>
        </p:nvSpPr>
        <p:spPr>
          <a:xfrm>
            <a:off x="1827118" y="4315442"/>
            <a:ext cx="463268" cy="1872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400"/>
              </a:spcBef>
              <a:defRPr sz="1100" b="1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ea typeface="LG스마트체 Regular" panose="020B0600000101010101" pitchFamily="50" charset="-127"/>
              </a:rPr>
              <a:t>&lt;</a:t>
            </a:r>
            <a:r>
              <a:rPr lang="ko-KR" altLang="en-US" dirty="0">
                <a:ea typeface="LG스마트체 Regular" panose="020B0600000101010101" pitchFamily="50" charset="-127"/>
              </a:rPr>
              <a:t>내용</a:t>
            </a:r>
            <a:r>
              <a:rPr lang="en-US" altLang="ko-KR" dirty="0">
                <a:ea typeface="LG스마트체 Regular" panose="020B0600000101010101" pitchFamily="50" charset="-127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1004D-9500-4A06-123A-642D6A1BEDF5}"/>
              </a:ext>
            </a:extLst>
          </p:cNvPr>
          <p:cNvSpPr txBox="1"/>
          <p:nvPr/>
        </p:nvSpPr>
        <p:spPr>
          <a:xfrm>
            <a:off x="1827118" y="3233575"/>
            <a:ext cx="463268" cy="1872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400"/>
              </a:spcBef>
              <a:defRPr sz="1100" b="1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ea typeface="LG스마트체 Regular" panose="020B0600000101010101" pitchFamily="50" charset="-127"/>
              </a:rPr>
              <a:t>&lt;</a:t>
            </a:r>
            <a:r>
              <a:rPr lang="ko-KR" altLang="en-US" dirty="0">
                <a:ea typeface="LG스마트체 Regular" panose="020B0600000101010101" pitchFamily="50" charset="-127"/>
              </a:rPr>
              <a:t>내용</a:t>
            </a:r>
            <a:r>
              <a:rPr lang="en-US" altLang="ko-KR" dirty="0">
                <a:ea typeface="LG스마트체 Regular" panose="020B0600000101010101" pitchFamily="50" charset="-127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FEC30-23F3-811F-B14F-2E4BCA558592}"/>
              </a:ext>
            </a:extLst>
          </p:cNvPr>
          <p:cNvSpPr txBox="1"/>
          <p:nvPr/>
        </p:nvSpPr>
        <p:spPr>
          <a:xfrm>
            <a:off x="1827118" y="2151708"/>
            <a:ext cx="463268" cy="1872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400"/>
              </a:spcBef>
              <a:defRPr sz="1100" b="1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ea typeface="LG스마트체 Regular" panose="020B0600000101010101" pitchFamily="50" charset="-127"/>
              </a:rPr>
              <a:t>&lt;</a:t>
            </a:r>
            <a:r>
              <a:rPr lang="ko-KR" altLang="en-US" dirty="0">
                <a:ea typeface="LG스마트체 Regular" panose="020B0600000101010101" pitchFamily="50" charset="-127"/>
              </a:rPr>
              <a:t>내용</a:t>
            </a:r>
            <a:r>
              <a:rPr lang="en-US" altLang="ko-KR" dirty="0">
                <a:ea typeface="LG스마트체 Regular" panose="020B0600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9956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494846-5752-4584-9E8D-DA525C5CC692}"/>
              </a:ext>
            </a:extLst>
          </p:cNvPr>
          <p:cNvSpPr txBox="1"/>
          <p:nvPr/>
        </p:nvSpPr>
        <p:spPr>
          <a:xfrm>
            <a:off x="305928" y="192526"/>
            <a:ext cx="1995739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</a:t>
            </a:r>
            <a:r>
              <a:rPr lang="ko-KR" altLang="en-US" dirty="0"/>
              <a:t>설비 컨셉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088365-ADD2-4858-B516-F16519B2DDD2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5</a:t>
            </a:r>
          </a:p>
        </p:txBody>
      </p:sp>
      <p:sp>
        <p:nvSpPr>
          <p:cNvPr id="7" name="실행 단추: 홈으로 이동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422CE56-7217-40A7-8A73-A43AA2ECBA0B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296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B816ED-7496-48DF-B949-D67960AB1065}"/>
              </a:ext>
            </a:extLst>
          </p:cNvPr>
          <p:cNvSpPr txBox="1"/>
          <p:nvPr/>
        </p:nvSpPr>
        <p:spPr>
          <a:xfrm>
            <a:off x="305928" y="192526"/>
            <a:ext cx="2197718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</a:t>
            </a:r>
            <a:r>
              <a:rPr lang="ko-KR" altLang="en-US" dirty="0"/>
              <a:t>구성 최적화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237529C0-1A2E-4B77-8C4D-F223DECDE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007727"/>
              </p:ext>
            </p:extLst>
          </p:nvPr>
        </p:nvGraphicFramePr>
        <p:xfrm>
          <a:off x="309948" y="1031456"/>
          <a:ext cx="9286718" cy="4761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3086">
                  <a:extLst>
                    <a:ext uri="{9D8B030D-6E8A-4147-A177-3AD203B41FA5}">
                      <a16:colId xmlns:a16="http://schemas.microsoft.com/office/drawing/2014/main" val="1515371587"/>
                    </a:ext>
                  </a:extLst>
                </a:gridCol>
                <a:gridCol w="4368126">
                  <a:extLst>
                    <a:ext uri="{9D8B030D-6E8A-4147-A177-3AD203B41FA5}">
                      <a16:colId xmlns:a16="http://schemas.microsoft.com/office/drawing/2014/main" val="750616152"/>
                    </a:ext>
                  </a:extLst>
                </a:gridCol>
                <a:gridCol w="4205506">
                  <a:extLst>
                    <a:ext uri="{9D8B030D-6E8A-4147-A177-3AD203B41FA5}">
                      <a16:colId xmlns:a16="http://schemas.microsoft.com/office/drawing/2014/main" val="1221019785"/>
                    </a:ext>
                  </a:extLst>
                </a:gridCol>
              </a:tblGrid>
              <a:tr h="24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85523"/>
                  </a:ext>
                </a:extLst>
              </a:tr>
              <a:tr h="1962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Concept</a:t>
                      </a:r>
                      <a:b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정면도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1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736678"/>
                  </a:ext>
                </a:extLst>
              </a:tr>
              <a:tr h="46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필요면적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352761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온습도 </a:t>
                      </a:r>
                      <a:endParaRPr lang="en-US" altLang="ko-KR" sz="11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</a:t>
                      </a:r>
                      <a:b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하부층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62410"/>
                  </a:ext>
                </a:extLst>
              </a:tr>
              <a:tr h="9218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4295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4295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530593"/>
                  </a:ext>
                </a:extLst>
              </a:tr>
              <a:tr h="5782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추가검토</a:t>
                      </a:r>
                      <a:endParaRPr lang="en-US" altLang="ko-KR" sz="11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68078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00F89FB1-3EA1-4D9A-9203-C938AB706DBD}"/>
              </a:ext>
            </a:extLst>
          </p:cNvPr>
          <p:cNvSpPr txBox="1"/>
          <p:nvPr/>
        </p:nvSpPr>
        <p:spPr>
          <a:xfrm>
            <a:off x="3104675" y="1353515"/>
            <a:ext cx="21800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Alt1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C31372-89B4-44AA-9425-DBD48FD6DBCC}"/>
              </a:ext>
            </a:extLst>
          </p:cNvPr>
          <p:cNvSpPr txBox="1"/>
          <p:nvPr/>
        </p:nvSpPr>
        <p:spPr>
          <a:xfrm>
            <a:off x="7398501" y="1353515"/>
            <a:ext cx="21800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Alt2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A9CCA85-EAA7-4846-A586-E7FD90248E13}"/>
              </a:ext>
            </a:extLst>
          </p:cNvPr>
          <p:cNvSpPr/>
          <p:nvPr/>
        </p:nvSpPr>
        <p:spPr>
          <a:xfrm>
            <a:off x="7071669" y="964438"/>
            <a:ext cx="416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en-US" altLang="ko-KR" spc="-2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  <a:sym typeface="Wingdings 2" pitchFamily="18" charset="2"/>
              </a:rPr>
              <a:t>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2BC6730-63F4-4B2C-B52B-FF89A25369EE}"/>
              </a:ext>
            </a:extLst>
          </p:cNvPr>
          <p:cNvGrpSpPr/>
          <p:nvPr/>
        </p:nvGrpSpPr>
        <p:grpSpPr>
          <a:xfrm>
            <a:off x="8601468" y="862260"/>
            <a:ext cx="502663" cy="123111"/>
            <a:chOff x="6701202" y="550551"/>
            <a:chExt cx="502663" cy="123111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DEE1FF9-30B5-4EAD-9C76-EE56B6AEA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1202" y="567730"/>
              <a:ext cx="196782" cy="887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34991" tIns="17497" rIns="34991" bIns="17497" anchor="ctr"/>
            <a:lstStyle/>
            <a:p>
              <a:pPr marL="0" marR="0" lvl="0" indent="0" algn="l" defTabSz="330777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582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5" name="Rectangle 13">
              <a:extLst>
                <a:ext uri="{FF2B5EF4-FFF2-40B4-BE49-F238E27FC236}">
                  <a16:creationId xmlns:a16="http://schemas.microsoft.com/office/drawing/2014/main" id="{79EBF8F6-1CF4-48CC-9E6C-C4BA97EF7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6163" y="550551"/>
              <a:ext cx="267702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marL="481013" indent="-481013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1pPr>
              <a:lvl2pPr marL="742950" indent="-28575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2pPr>
              <a:lvl3pPr marL="11430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3pPr>
              <a:lvl4pPr marL="16002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4pPr>
              <a:lvl5pPr marL="20574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5pPr>
              <a:lvl6pPr marL="25146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6pPr>
              <a:lvl7pPr marL="29718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7pPr>
              <a:lvl8pPr marL="34290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8pPr>
              <a:lvl9pPr marL="38862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9pPr>
            </a:lstStyle>
            <a:p>
              <a:pPr marL="481013" marR="0" lvl="0" indent="-481013" algn="l" defTabSz="96043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RH.</a:t>
              </a:r>
              <a:r>
                <a:rPr lang="en-US" altLang="ko-KR" sz="8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1</a:t>
              </a:r>
              <a:r>
                <a:rPr kumimoji="1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A155E1D-477A-4CDC-BBD5-2C80E818E5D0}"/>
              </a:ext>
            </a:extLst>
          </p:cNvPr>
          <p:cNvGrpSpPr/>
          <p:nvPr/>
        </p:nvGrpSpPr>
        <p:grpSpPr>
          <a:xfrm>
            <a:off x="9193780" y="862260"/>
            <a:ext cx="411353" cy="123111"/>
            <a:chOff x="7344686" y="550551"/>
            <a:chExt cx="411353" cy="123111"/>
          </a:xfrm>
        </p:grpSpPr>
        <p:sp>
          <p:nvSpPr>
            <p:cNvPr id="56" name="직사각형 6">
              <a:extLst>
                <a:ext uri="{FF2B5EF4-FFF2-40B4-BE49-F238E27FC236}">
                  <a16:creationId xmlns:a16="http://schemas.microsoft.com/office/drawing/2014/main" id="{98D1E3D6-E290-42EB-99A5-DE55E4E9D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4686" y="567730"/>
              <a:ext cx="196782" cy="8875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012" tIns="48007" rIns="96012" bIns="4800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9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30E0CAC7-4B40-43FC-A6BC-D4C4196F2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297" y="550551"/>
              <a:ext cx="182742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marL="481013" indent="-481013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1pPr>
              <a:lvl2pPr marL="742950" indent="-28575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2pPr>
              <a:lvl3pPr marL="11430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3pPr>
              <a:lvl4pPr marL="16002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4pPr>
              <a:lvl5pPr marL="20574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5pPr>
              <a:lvl6pPr marL="25146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6pPr>
              <a:lvl7pPr marL="29718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7pPr>
              <a:lvl8pPr marL="34290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8pPr>
              <a:lvl9pPr marL="38862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9pPr>
            </a:lstStyle>
            <a:p>
              <a:pPr marL="481013" marR="0" lvl="0" indent="-481013" algn="l" defTabSz="96043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상온</a:t>
              </a:r>
              <a:endPara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1A3C660-12E7-462C-8B71-B2FBBBD4EB87}"/>
              </a:ext>
            </a:extLst>
          </p:cNvPr>
          <p:cNvGrpSpPr/>
          <p:nvPr/>
        </p:nvGrpSpPr>
        <p:grpSpPr>
          <a:xfrm>
            <a:off x="8088747" y="862260"/>
            <a:ext cx="423072" cy="123111"/>
            <a:chOff x="6154539" y="550551"/>
            <a:chExt cx="423072" cy="123111"/>
          </a:xfrm>
        </p:grpSpPr>
        <p:sp>
          <p:nvSpPr>
            <p:cNvPr id="58" name="직사각형 166">
              <a:extLst>
                <a:ext uri="{FF2B5EF4-FFF2-40B4-BE49-F238E27FC236}">
                  <a16:creationId xmlns:a16="http://schemas.microsoft.com/office/drawing/2014/main" id="{83906C33-02A9-4469-857F-EE0275A6F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4539" y="568040"/>
              <a:ext cx="196172" cy="88132"/>
            </a:xfrm>
            <a:prstGeom prst="rect">
              <a:avLst/>
            </a:prstGeom>
            <a:solidFill>
              <a:srgbClr val="FFDDDD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4326" tIns="69849" rIns="134326" bIns="69849" anchor="ctr"/>
            <a:lstStyle/>
            <a:p>
              <a:pPr marL="466222" marR="0" lvl="0" indent="-466222" algn="ctr" defTabSz="930903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78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0" name="Rectangle 13">
              <a:extLst>
                <a:ext uri="{FF2B5EF4-FFF2-40B4-BE49-F238E27FC236}">
                  <a16:creationId xmlns:a16="http://schemas.microsoft.com/office/drawing/2014/main" id="{46D6D248-959E-4874-8D38-7DCA43CAC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471" y="550551"/>
              <a:ext cx="181140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marL="481013" indent="-481013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1pPr>
              <a:lvl2pPr marL="742950" indent="-28575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2pPr>
              <a:lvl3pPr marL="11430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3pPr>
              <a:lvl4pPr marL="16002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4pPr>
              <a:lvl5pPr marL="20574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5pPr>
              <a:lvl6pPr marL="25146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6pPr>
              <a:lvl7pPr marL="29718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7pPr>
              <a:lvl8pPr marL="34290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8pPr>
              <a:lvl9pPr marL="38862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9pPr>
            </a:lstStyle>
            <a:p>
              <a:pPr marL="481013" marR="0" lvl="0" indent="-481013" algn="l" defTabSz="96043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29</a:t>
              </a:r>
              <a:r>
                <a:rPr kumimoji="1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˚</a:t>
              </a:r>
              <a:r>
                <a:rPr kumimoji="1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1B8B437-CD29-45FD-B0E1-2BA538E8CC67}"/>
              </a:ext>
            </a:extLst>
          </p:cNvPr>
          <p:cNvGrpSpPr/>
          <p:nvPr/>
        </p:nvGrpSpPr>
        <p:grpSpPr>
          <a:xfrm>
            <a:off x="7576026" y="862260"/>
            <a:ext cx="423072" cy="123111"/>
            <a:chOff x="5599932" y="550551"/>
            <a:chExt cx="423072" cy="123111"/>
          </a:xfrm>
        </p:grpSpPr>
        <p:sp>
          <p:nvSpPr>
            <p:cNvPr id="61" name="직사각형 166">
              <a:extLst>
                <a:ext uri="{FF2B5EF4-FFF2-40B4-BE49-F238E27FC236}">
                  <a16:creationId xmlns:a16="http://schemas.microsoft.com/office/drawing/2014/main" id="{5B0E9615-16EF-419D-8A3C-8F1A63224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932" y="568040"/>
              <a:ext cx="196172" cy="88132"/>
            </a:xfrm>
            <a:prstGeom prst="rect">
              <a:avLst/>
            </a:prstGeom>
            <a:solidFill>
              <a:srgbClr val="FF9999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4326" tIns="69849" rIns="134326" bIns="69849" anchor="ctr"/>
            <a:lstStyle/>
            <a:p>
              <a:pPr marL="466222" marR="0" lvl="0" indent="-466222" algn="ctr" defTabSz="930903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78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2" name="Rectangle 13">
              <a:extLst>
                <a:ext uri="{FF2B5EF4-FFF2-40B4-BE49-F238E27FC236}">
                  <a16:creationId xmlns:a16="http://schemas.microsoft.com/office/drawing/2014/main" id="{6ABBD73F-84D7-446B-A2B8-994E676FD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1864" y="550551"/>
              <a:ext cx="181140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marL="481013" indent="-481013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1pPr>
              <a:lvl2pPr marL="742950" indent="-28575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2pPr>
              <a:lvl3pPr marL="11430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3pPr>
              <a:lvl4pPr marL="16002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4pPr>
              <a:lvl5pPr marL="2057400" indent="-228600" defTabSz="960438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5pPr>
              <a:lvl6pPr marL="25146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6pPr>
              <a:lvl7pPr marL="29718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7pPr>
              <a:lvl8pPr marL="34290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8pPr>
              <a:lvl9pPr marL="3886200" indent="-228600" defTabSz="9604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9pPr>
            </a:lstStyle>
            <a:p>
              <a:pPr marL="481013" marR="0" lvl="0" indent="-481013" algn="l" defTabSz="96043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45</a:t>
              </a:r>
              <a:r>
                <a:rPr kumimoji="1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˚</a:t>
              </a:r>
              <a:r>
                <a:rPr kumimoji="1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C</a:t>
              </a: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22AA3CA-CEDC-4FCE-9D9D-D7318B9C8D57}"/>
              </a:ext>
            </a:extLst>
          </p:cNvPr>
          <p:cNvSpPr/>
          <p:nvPr/>
        </p:nvSpPr>
        <p:spPr>
          <a:xfrm>
            <a:off x="376864" y="3508609"/>
            <a:ext cx="55656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latinLnBrk="0"/>
            <a:r>
              <a:rPr lang="en-US" altLang="ko-KR" sz="900" dirty="0">
                <a:latin typeface="Arial Narrow"/>
                <a:ea typeface="LG스마트체 Regular"/>
              </a:rPr>
              <a:t>(</a:t>
            </a:r>
            <a:r>
              <a:rPr lang="ko-KR" altLang="en-US" sz="900" dirty="0">
                <a:latin typeface="Arial Narrow"/>
                <a:ea typeface="LG스마트체 Regular"/>
              </a:rPr>
              <a:t>활성화</a:t>
            </a:r>
            <a:r>
              <a:rPr lang="en-US" altLang="ko-KR" sz="900" dirty="0">
                <a:latin typeface="Arial Narrow"/>
                <a:ea typeface="LG스마트체 Regular"/>
              </a:rPr>
              <a:t>)</a:t>
            </a:r>
            <a:endParaRPr lang="ko-KR" altLang="en-US" sz="900" dirty="0">
              <a:latin typeface="Arial Narrow"/>
              <a:ea typeface="LG스마트체 Regular"/>
            </a:endParaRPr>
          </a:p>
        </p:txBody>
      </p:sp>
      <p:sp>
        <p:nvSpPr>
          <p:cNvPr id="70" name="실행 단추: 홈으로 이동 6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D195E26-6936-4869-8D0F-6A8DA65C00F9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1D61088-7EA4-4E92-B370-453189E1069D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3 / 3</a:t>
            </a:r>
          </a:p>
        </p:txBody>
      </p:sp>
    </p:spTree>
    <p:extLst>
      <p:ext uri="{BB962C8B-B14F-4D97-AF65-F5344CB8AC3E}">
        <p14:creationId xmlns:p14="http://schemas.microsoft.com/office/powerpoint/2010/main" val="426567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07BAE8F-F40D-45C0-A495-6E4615673615}"/>
              </a:ext>
            </a:extLst>
          </p:cNvPr>
          <p:cNvSpPr/>
          <p:nvPr/>
        </p:nvSpPr>
        <p:spPr>
          <a:xfrm>
            <a:off x="525095" y="4655980"/>
            <a:ext cx="2600411" cy="200949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4543C-E9BC-4DA6-8B8D-6E94449BA46B}"/>
              </a:ext>
            </a:extLst>
          </p:cNvPr>
          <p:cNvSpPr txBox="1"/>
          <p:nvPr/>
        </p:nvSpPr>
        <p:spPr>
          <a:xfrm>
            <a:off x="305928" y="192526"/>
            <a:ext cx="2048638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 </a:t>
            </a:r>
            <a:r>
              <a:rPr lang="ko-KR" altLang="en-US" dirty="0"/>
              <a:t>개발 과제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316AA9-9B78-4841-BB9B-611F49D216B9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1</a:t>
            </a: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EBEE3E15-FC7D-4628-91E0-B80A81F9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68" y="4719721"/>
            <a:ext cx="782265" cy="156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[24</a:t>
            </a: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</a:t>
            </a:r>
            <a:r>
              <a:rPr lang="en-US" altLang="ko-KR" sz="10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xxxx</a:t>
            </a:r>
            <a:r>
              <a:rPr lang="ko-KR" altLang="en-US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</a:t>
            </a: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6B53296E-882D-4F0E-9139-EFAA5E3B8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88535"/>
              </p:ext>
            </p:extLst>
          </p:nvPr>
        </p:nvGraphicFramePr>
        <p:xfrm>
          <a:off x="530510" y="2835229"/>
          <a:ext cx="2465089" cy="125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26">
                  <a:extLst>
                    <a:ext uri="{9D8B030D-6E8A-4147-A177-3AD203B41FA5}">
                      <a16:colId xmlns:a16="http://schemas.microsoft.com/office/drawing/2014/main" val="2339169891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3370942546"/>
                    </a:ext>
                  </a:extLst>
                </a:gridCol>
                <a:gridCol w="914227">
                  <a:extLst>
                    <a:ext uri="{9D8B030D-6E8A-4147-A177-3AD203B41FA5}">
                      <a16:colId xmlns:a16="http://schemas.microsoft.com/office/drawing/2014/main" val="2282912032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운반물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각형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Tray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믹서 원자재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531306"/>
                  </a:ext>
                </a:extLst>
              </a:tr>
              <a:tr h="676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85180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[mm]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44822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Weight [kg]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51211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반송 구간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753921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0C5535E-C0C8-4A3E-BF07-F38625C259A4}"/>
              </a:ext>
            </a:extLst>
          </p:cNvPr>
          <p:cNvSpPr txBox="1"/>
          <p:nvPr/>
        </p:nvSpPr>
        <p:spPr>
          <a:xfrm>
            <a:off x="6597986" y="968194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①  요건 </a:t>
            </a:r>
            <a:r>
              <a:rPr lang="en-US" altLang="ko-KR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84E16D-4D1A-4C58-B661-FB65C05847E4}"/>
              </a:ext>
            </a:extLst>
          </p:cNvPr>
          <p:cNvSpPr txBox="1"/>
          <p:nvPr/>
        </p:nvSpPr>
        <p:spPr>
          <a:xfrm>
            <a:off x="6597986" y="2659507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② 요건 </a:t>
            </a:r>
            <a:r>
              <a:rPr lang="en-US" altLang="ko-KR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4145B-0892-477E-9D3C-1D34AB40ED52}"/>
              </a:ext>
            </a:extLst>
          </p:cNvPr>
          <p:cNvSpPr txBox="1"/>
          <p:nvPr/>
        </p:nvSpPr>
        <p:spPr>
          <a:xfrm>
            <a:off x="6597986" y="4371935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③ 요건 </a:t>
            </a:r>
            <a:r>
              <a:rPr lang="en-US" altLang="ko-KR" dirty="0"/>
              <a:t>3</a:t>
            </a:r>
          </a:p>
        </p:txBody>
      </p:sp>
      <p:sp>
        <p:nvSpPr>
          <p:cNvPr id="63" name="Text Box 86">
            <a:extLst>
              <a:ext uri="{FF2B5EF4-FFF2-40B4-BE49-F238E27FC236}">
                <a16:creationId xmlns:a16="http://schemas.microsoft.com/office/drawing/2014/main" id="{935382F3-66AF-4FB7-BEDD-48913AA5D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918" y="794356"/>
            <a:ext cx="2549959" cy="2456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60360" tIns="30180" rIns="60360" bIns="30180">
            <a:spAutoFit/>
          </a:bodyPr>
          <a:lstStyle>
            <a:defPPr>
              <a:defRPr lang="ko-KR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 중점 개발 요건</a:t>
            </a: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73432758-C3C1-4A16-B19B-3E2C37F9E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546695"/>
              </p:ext>
            </p:extLst>
          </p:nvPr>
        </p:nvGraphicFramePr>
        <p:xfrm>
          <a:off x="530510" y="1137033"/>
          <a:ext cx="2465089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319">
                  <a:extLst>
                    <a:ext uri="{9D8B030D-6E8A-4147-A177-3AD203B41FA5}">
                      <a16:colId xmlns:a16="http://schemas.microsoft.com/office/drawing/2014/main" val="2575282084"/>
                    </a:ext>
                  </a:extLst>
                </a:gridCol>
                <a:gridCol w="1020977">
                  <a:extLst>
                    <a:ext uri="{9D8B030D-6E8A-4147-A177-3AD203B41FA5}">
                      <a16:colId xmlns:a16="http://schemas.microsoft.com/office/drawing/2014/main" val="2888248144"/>
                    </a:ext>
                  </a:extLst>
                </a:gridCol>
                <a:gridCol w="982793">
                  <a:extLst>
                    <a:ext uri="{9D8B030D-6E8A-4147-A177-3AD203B41FA5}">
                      <a16:colId xmlns:a16="http://schemas.microsoft.com/office/drawing/2014/main" val="187942618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98514"/>
                  </a:ext>
                </a:extLst>
              </a:tr>
              <a:tr h="144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사양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 [mm]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30639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Weight [Ton]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66011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이재정밀도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[mm]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155053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전력 공급 방식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759563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D9391CCD-8804-4DAF-9155-7F9A3D76DC6B}"/>
              </a:ext>
            </a:extLst>
          </p:cNvPr>
          <p:cNvSpPr txBox="1"/>
          <p:nvPr/>
        </p:nvSpPr>
        <p:spPr>
          <a:xfrm>
            <a:off x="530510" y="965876"/>
            <a:ext cx="22442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사양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262618-C168-4A9B-8743-42928EBFDA5B}"/>
              </a:ext>
            </a:extLst>
          </p:cNvPr>
          <p:cNvSpPr txBox="1"/>
          <p:nvPr/>
        </p:nvSpPr>
        <p:spPr>
          <a:xfrm>
            <a:off x="530510" y="2650267"/>
            <a:ext cx="58990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sz="10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운반물 사양</a:t>
            </a:r>
            <a:endParaRPr lang="ko-KR" altLang="en-US" sz="10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4" name="TextBox 36">
            <a:extLst>
              <a:ext uri="{FF2B5EF4-FFF2-40B4-BE49-F238E27FC236}">
                <a16:creationId xmlns:a16="http://schemas.microsoft.com/office/drawing/2014/main" id="{65ACCFA2-BF38-4D88-B3D6-2FFF30847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940" y="4719721"/>
            <a:ext cx="839974" cy="156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lvl="0" indent="0" defTabSz="457200" latinLnBrk="0">
              <a:lnSpc>
                <a:spcPts val="1292"/>
              </a:lnSpc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[25</a:t>
            </a: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xxxxx</a:t>
            </a: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설비</a:t>
            </a: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6A4E7D3-939E-4074-8BE3-A3062F7FF98E}"/>
              </a:ext>
            </a:extLst>
          </p:cNvPr>
          <p:cNvSpPr txBox="1"/>
          <p:nvPr/>
        </p:nvSpPr>
        <p:spPr>
          <a:xfrm>
            <a:off x="1059805" y="6384766"/>
            <a:ext cx="29495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150kg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18CAD01-C931-4E3E-8EA9-38F3899A2EEA}"/>
              </a:ext>
            </a:extLst>
          </p:cNvPr>
          <p:cNvGrpSpPr/>
          <p:nvPr/>
        </p:nvGrpSpPr>
        <p:grpSpPr>
          <a:xfrm>
            <a:off x="4152021" y="1319431"/>
            <a:ext cx="1661050" cy="4026143"/>
            <a:chOff x="3816847" y="1181442"/>
            <a:chExt cx="2245032" cy="4547550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F22154E-BFC8-4E81-BF1D-5825E4F43D27}"/>
                </a:ext>
              </a:extLst>
            </p:cNvPr>
            <p:cNvSpPr txBox="1"/>
            <p:nvPr/>
          </p:nvSpPr>
          <p:spPr>
            <a:xfrm>
              <a:off x="5752179" y="1181442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①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FC552C4-40B8-42E7-B97F-AF1F9E0869F4}"/>
                </a:ext>
              </a:extLst>
            </p:cNvPr>
            <p:cNvSpPr txBox="1"/>
            <p:nvPr/>
          </p:nvSpPr>
          <p:spPr>
            <a:xfrm>
              <a:off x="4726631" y="3431223"/>
              <a:ext cx="3080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②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10CED46-0E57-46F6-94F9-A6F742B5B0C6}"/>
                </a:ext>
              </a:extLst>
            </p:cNvPr>
            <p:cNvSpPr/>
            <p:nvPr/>
          </p:nvSpPr>
          <p:spPr>
            <a:xfrm>
              <a:off x="4830025" y="5150235"/>
              <a:ext cx="259685" cy="578757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900" b="1" i="0" u="none" strike="noStrike" kern="0" cap="none" spc="0" normalizeH="0" baseline="0" noProof="0" dirty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F116425-ABC4-4ED1-9681-4974A4683E8B}"/>
                </a:ext>
              </a:extLst>
            </p:cNvPr>
            <p:cNvSpPr txBox="1"/>
            <p:nvPr/>
          </p:nvSpPr>
          <p:spPr>
            <a:xfrm>
              <a:off x="4798951" y="4950092"/>
              <a:ext cx="3080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③</a:t>
              </a: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81D32421-FA8D-4275-B932-8DC29374D1E8}"/>
                </a:ext>
              </a:extLst>
            </p:cNvPr>
            <p:cNvSpPr/>
            <p:nvPr/>
          </p:nvSpPr>
          <p:spPr>
            <a:xfrm>
              <a:off x="3816847" y="3599125"/>
              <a:ext cx="1935332" cy="1961965"/>
            </a:xfrm>
            <a:custGeom>
              <a:avLst/>
              <a:gdLst>
                <a:gd name="connsiteX0" fmla="*/ 941033 w 1935332"/>
                <a:gd name="connsiteY0" fmla="*/ 0 h 1961965"/>
                <a:gd name="connsiteX1" fmla="*/ 0 w 1935332"/>
                <a:gd name="connsiteY1" fmla="*/ 559293 h 1961965"/>
                <a:gd name="connsiteX2" fmla="*/ 0 w 1935332"/>
                <a:gd name="connsiteY2" fmla="*/ 1367161 h 1961965"/>
                <a:gd name="connsiteX3" fmla="*/ 994299 w 1935332"/>
                <a:gd name="connsiteY3" fmla="*/ 1961965 h 1961965"/>
                <a:gd name="connsiteX4" fmla="*/ 1935332 w 1935332"/>
                <a:gd name="connsiteY4" fmla="*/ 1260629 h 1961965"/>
                <a:gd name="connsiteX5" fmla="*/ 1935332 w 1935332"/>
                <a:gd name="connsiteY5" fmla="*/ 497149 h 1961965"/>
                <a:gd name="connsiteX6" fmla="*/ 941033 w 1935332"/>
                <a:gd name="connsiteY6" fmla="*/ 0 h 196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5332" h="1961965">
                  <a:moveTo>
                    <a:pt x="941033" y="0"/>
                  </a:moveTo>
                  <a:lnTo>
                    <a:pt x="0" y="559293"/>
                  </a:lnTo>
                  <a:lnTo>
                    <a:pt x="0" y="1367161"/>
                  </a:lnTo>
                  <a:lnTo>
                    <a:pt x="994299" y="1961965"/>
                  </a:lnTo>
                  <a:lnTo>
                    <a:pt x="1935332" y="1260629"/>
                  </a:lnTo>
                  <a:lnTo>
                    <a:pt x="1935332" y="497149"/>
                  </a:lnTo>
                  <a:lnTo>
                    <a:pt x="941033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59B8284-1B5F-4F1D-903C-C88683AB6A1E}"/>
                </a:ext>
              </a:extLst>
            </p:cNvPr>
            <p:cNvSpPr/>
            <p:nvPr/>
          </p:nvSpPr>
          <p:spPr>
            <a:xfrm>
              <a:off x="5288012" y="1246639"/>
              <a:ext cx="516082" cy="436177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900" b="1" i="0" u="none" strike="noStrike" kern="0" cap="none" spc="0" normalizeH="0" baseline="0" noProof="0" dirty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28" name="이등변 삼각형 127">
            <a:extLst>
              <a:ext uri="{FF2B5EF4-FFF2-40B4-BE49-F238E27FC236}">
                <a16:creationId xmlns:a16="http://schemas.microsoft.com/office/drawing/2014/main" id="{0405EEA2-6DC6-43ED-A126-839CF7FE7203}"/>
              </a:ext>
            </a:extLst>
          </p:cNvPr>
          <p:cNvSpPr/>
          <p:nvPr/>
        </p:nvSpPr>
        <p:spPr>
          <a:xfrm rot="5400000">
            <a:off x="7849758" y="3380859"/>
            <a:ext cx="496949" cy="12037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A94AD0-BA9A-4694-8884-ACD14384DADB}"/>
              </a:ext>
            </a:extLst>
          </p:cNvPr>
          <p:cNvSpPr txBox="1"/>
          <p:nvPr/>
        </p:nvSpPr>
        <p:spPr>
          <a:xfrm>
            <a:off x="6788337" y="3959629"/>
            <a:ext cx="254589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0488" lvl="0" indent="-90488">
              <a:buFont typeface="Arial" panose="020B0604020202020204" pitchFamily="34" charset="0"/>
              <a:buChar char="•"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&lt;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예시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&gt;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불필요한 이재부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링크 구조 제거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△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200kg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5375A23-B0E3-48DE-A97C-D8C898C2E8E1}"/>
              </a:ext>
            </a:extLst>
          </p:cNvPr>
          <p:cNvSpPr/>
          <p:nvPr/>
        </p:nvSpPr>
        <p:spPr>
          <a:xfrm>
            <a:off x="6784609" y="4742284"/>
            <a:ext cx="2465419" cy="18178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lvl="0" indent="-92075" eaLnBrk="0" latinLnBrk="0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00" kern="0" dirty="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&lt;</a:t>
            </a:r>
            <a:r>
              <a:rPr lang="ko-KR" altLang="en-US" sz="1000" kern="0" dirty="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예시</a:t>
            </a:r>
            <a:r>
              <a:rPr lang="en-US" altLang="ko-KR" sz="1000" kern="0" dirty="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&gt; 1 Cycle </a:t>
            </a:r>
            <a:r>
              <a:rPr lang="ko-KR" altLang="en-US" sz="1000" kern="0" dirty="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당 충전 </a:t>
            </a:r>
            <a:r>
              <a:rPr lang="en-US" altLang="ko-KR" sz="1000" kern="0" dirty="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Loss 20</a:t>
            </a:r>
            <a:r>
              <a:rPr lang="ko-KR" altLang="en-US" sz="1000" kern="0" dirty="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초 감소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△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25.0%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1000" kern="0" dirty="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B7A79B7-B926-460E-B206-278CB61ABD8C}"/>
              </a:ext>
            </a:extLst>
          </p:cNvPr>
          <p:cNvSpPr txBox="1"/>
          <p:nvPr/>
        </p:nvSpPr>
        <p:spPr>
          <a:xfrm>
            <a:off x="6523947" y="3719623"/>
            <a:ext cx="7232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링크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구조물</a:t>
            </a: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C3558C56-AD03-4D56-BCCA-5AF4193EA4F9}"/>
              </a:ext>
            </a:extLst>
          </p:cNvPr>
          <p:cNvCxnSpPr>
            <a:cxnSpLocks/>
          </p:cNvCxnSpPr>
          <p:nvPr/>
        </p:nvCxnSpPr>
        <p:spPr>
          <a:xfrm flipH="1">
            <a:off x="6970907" y="3655532"/>
            <a:ext cx="127792" cy="91410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ysDash"/>
            <a:headEnd type="oval" w="sm" len="sm"/>
            <a:tailEnd type="none" w="sm" len="sm"/>
          </a:ln>
          <a:effectLst/>
        </p:spPr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1E3A6C48-05FA-43A0-9E6B-2B14727667EA}"/>
              </a:ext>
            </a:extLst>
          </p:cNvPr>
          <p:cNvCxnSpPr>
            <a:cxnSpLocks/>
          </p:cNvCxnSpPr>
          <p:nvPr/>
        </p:nvCxnSpPr>
        <p:spPr>
          <a:xfrm flipV="1">
            <a:off x="7456631" y="3100063"/>
            <a:ext cx="141049" cy="8842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ysDash"/>
            <a:headEnd type="oval" w="sm" len="sm"/>
            <a:tailEnd type="none" w="sm" len="sm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8521C30E-12C9-445A-85CD-C746C779BCD8}"/>
              </a:ext>
            </a:extLst>
          </p:cNvPr>
          <p:cNvSpPr txBox="1"/>
          <p:nvPr/>
        </p:nvSpPr>
        <p:spPr>
          <a:xfrm>
            <a:off x="7566570" y="2986842"/>
            <a:ext cx="10021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Guide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구조물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3" name="실행 단추: 홈으로 이동 1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5F8E008-C18C-48CD-82FE-D9ADCE665891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AF82EC3-724B-400B-A1E0-848512DCE285}"/>
              </a:ext>
            </a:extLst>
          </p:cNvPr>
          <p:cNvSpPr txBox="1"/>
          <p:nvPr/>
        </p:nvSpPr>
        <p:spPr>
          <a:xfrm>
            <a:off x="2369582" y="6384766"/>
            <a:ext cx="25648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톤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0A382BB-B1F7-473D-8B5A-B92BA58B3B1D}"/>
              </a:ext>
            </a:extLst>
          </p:cNvPr>
          <p:cNvSpPr txBox="1"/>
          <p:nvPr/>
        </p:nvSpPr>
        <p:spPr>
          <a:xfrm>
            <a:off x="578102" y="4906381"/>
            <a:ext cx="96340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 </a:t>
            </a:r>
            <a:r>
              <a:rPr lang="ko-KR" altLang="en-US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각형</a:t>
            </a:r>
            <a:r>
              <a:rPr lang="en-US" altLang="ko-KR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Cell Tray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506BE31-6EB1-4261-9F4F-BDEFE4CA33D7}"/>
              </a:ext>
            </a:extLst>
          </p:cNvPr>
          <p:cNvSpPr txBox="1"/>
          <p:nvPr/>
        </p:nvSpPr>
        <p:spPr>
          <a:xfrm>
            <a:off x="225941" y="6384766"/>
            <a:ext cx="77585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r"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 Payload</a:t>
            </a:r>
          </a:p>
        </p:txBody>
      </p:sp>
      <p:sp>
        <p:nvSpPr>
          <p:cNvPr id="5" name="Text Box 86">
            <a:extLst>
              <a:ext uri="{FF2B5EF4-FFF2-40B4-BE49-F238E27FC236}">
                <a16:creationId xmlns:a16="http://schemas.microsoft.com/office/drawing/2014/main" id="{842EDF51-DE4B-3E1E-CBD7-71FAE4125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996" y="2659507"/>
            <a:ext cx="2549959" cy="2456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60360" tIns="30180" rIns="60360" bIns="30180">
            <a:spAutoFit/>
          </a:bodyPr>
          <a:lstStyle>
            <a:defPPr>
              <a:defRPr lang="ko-KR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dirty="0"/>
              <a:t>&lt;</a:t>
            </a:r>
            <a:r>
              <a:rPr lang="ko-KR" altLang="en-US" dirty="0"/>
              <a:t>이미지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5BDAC2-9130-0B7D-91C5-195E869DFEA9}"/>
              </a:ext>
            </a:extLst>
          </p:cNvPr>
          <p:cNvSpPr txBox="1"/>
          <p:nvPr/>
        </p:nvSpPr>
        <p:spPr>
          <a:xfrm>
            <a:off x="6788337" y="1319431"/>
            <a:ext cx="21980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0488" lvl="0" indent="-90488"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Guide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구조물 간소화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△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130kg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616CC3-8D30-1CF2-C58F-82B33D6EA994}"/>
              </a:ext>
            </a:extLst>
          </p:cNvPr>
          <p:cNvSpPr txBox="1"/>
          <p:nvPr/>
        </p:nvSpPr>
        <p:spPr>
          <a:xfrm>
            <a:off x="2069679" y="4906381"/>
            <a:ext cx="84157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lang="en-US" altLang="ko-KR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 </a:t>
            </a:r>
            <a:r>
              <a:rPr lang="ko-KR" altLang="en-US" sz="9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원자재창고</a:t>
            </a:r>
            <a:endParaRPr lang="en-US" altLang="ko-KR" sz="900" b="1" u="sng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121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9919A-83CD-4EEE-95C2-FC17F8C4C298}"/>
              </a:ext>
            </a:extLst>
          </p:cNvPr>
          <p:cNvSpPr txBox="1"/>
          <p:nvPr/>
        </p:nvSpPr>
        <p:spPr>
          <a:xfrm>
            <a:off x="305928" y="192526"/>
            <a:ext cx="1591782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>
              <a:defRPr/>
            </a:pP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  <a:r>
              <a:rPr lang="en-US" altLang="ko-KR" dirty="0"/>
              <a:t>&lt;</a:t>
            </a:r>
            <a:r>
              <a:rPr lang="ko-KR" altLang="en-US" dirty="0"/>
              <a:t>예시</a:t>
            </a:r>
            <a:r>
              <a:rPr lang="en-US" altLang="ko-KR" dirty="0"/>
              <a:t>&gt; </a:t>
            </a:r>
            <a:r>
              <a:rPr kumimoji="0" lang="ko-KR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B8AC69-A928-4EE8-9D89-A01F54CEA5F4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A6015-4BF2-4289-BC7E-27C44587ECF2}"/>
              </a:ext>
            </a:extLst>
          </p:cNvPr>
          <p:cNvSpPr txBox="1"/>
          <p:nvPr/>
        </p:nvSpPr>
        <p:spPr>
          <a:xfrm>
            <a:off x="2247556" y="1063120"/>
            <a:ext cx="392736" cy="215444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AS-IS</a:t>
            </a:r>
            <a:endParaRPr lang="ko-KR" altLang="en-US" sz="1400" b="1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488196-C077-4282-A0C6-38E8972EAA80}"/>
              </a:ext>
            </a:extLst>
          </p:cNvPr>
          <p:cNvSpPr txBox="1"/>
          <p:nvPr/>
        </p:nvSpPr>
        <p:spPr>
          <a:xfrm>
            <a:off x="7151194" y="1063120"/>
            <a:ext cx="454292" cy="215444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TO-BE</a:t>
            </a:r>
            <a:endParaRPr lang="ko-KR" altLang="en-US" sz="1400" b="1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실행 단추: 홈으로 이동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934547D-6447-4144-A3CE-30DDCB953AF9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80DBEC-BA5D-4559-8ECA-FC4736C750F3}"/>
              </a:ext>
            </a:extLst>
          </p:cNvPr>
          <p:cNvSpPr txBox="1"/>
          <p:nvPr/>
        </p:nvSpPr>
        <p:spPr>
          <a:xfrm>
            <a:off x="268137" y="529176"/>
            <a:ext cx="1415452" cy="24622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&lt;Head message&gt; 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316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8DD8B838-28B7-4B5D-B58C-B5459FCAC0EF}"/>
              </a:ext>
            </a:extLst>
          </p:cNvPr>
          <p:cNvSpPr/>
          <p:nvPr/>
        </p:nvSpPr>
        <p:spPr>
          <a:xfrm>
            <a:off x="257067" y="5848350"/>
            <a:ext cx="631356" cy="6286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향후계획</a:t>
            </a:r>
            <a:endParaRPr lang="en-US" altLang="ko-KR" sz="13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892942-82CC-4F12-A7B4-20C4C1DA16B3}"/>
              </a:ext>
            </a:extLst>
          </p:cNvPr>
          <p:cNvSpPr txBox="1"/>
          <p:nvPr/>
        </p:nvSpPr>
        <p:spPr>
          <a:xfrm>
            <a:off x="305928" y="192526"/>
            <a:ext cx="2048638" cy="27699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sng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보조</a:t>
            </a:r>
            <a:r>
              <a:rPr lang="en-US" altLang="ko-KR" dirty="0"/>
              <a:t>. &lt;</a:t>
            </a:r>
            <a:r>
              <a:rPr lang="ko-KR" altLang="en-US" dirty="0"/>
              <a:t>예시</a:t>
            </a:r>
            <a:r>
              <a:rPr lang="en-US" altLang="ko-KR" dirty="0"/>
              <a:t>&gt; </a:t>
            </a:r>
            <a:r>
              <a:rPr lang="ko-KR" altLang="en-US" dirty="0"/>
              <a:t>보조 과제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6925E36-E646-4EF2-B3B8-F98403754A94}"/>
              </a:ext>
            </a:extLst>
          </p:cNvPr>
          <p:cNvSpPr/>
          <p:nvPr/>
        </p:nvSpPr>
        <p:spPr>
          <a:xfrm>
            <a:off x="4726631" y="6689102"/>
            <a:ext cx="466474" cy="14619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9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2 / 2</a:t>
            </a:r>
          </a:p>
        </p:txBody>
      </p:sp>
      <p:sp>
        <p:nvSpPr>
          <p:cNvPr id="59" name="Text Box 118">
            <a:extLst>
              <a:ext uri="{FF2B5EF4-FFF2-40B4-BE49-F238E27FC236}">
                <a16:creationId xmlns:a16="http://schemas.microsoft.com/office/drawing/2014/main" id="{E0BD5FA1-2692-4476-AD36-27798C2F4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175" y="5946731"/>
            <a:ext cx="6931955" cy="3935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108000" lvl="0" indent="-7200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200" spc="-60" dirty="0"/>
              <a:t> 진행하겠습니다</a:t>
            </a:r>
            <a:r>
              <a:rPr lang="en-US" altLang="ko-KR" sz="1200" spc="-60" dirty="0"/>
              <a:t>.</a:t>
            </a:r>
            <a:br>
              <a:rPr lang="en-US" altLang="ko-KR" sz="1200" spc="-60" dirty="0"/>
            </a:br>
            <a:r>
              <a:rPr lang="en-US" altLang="ko-KR" sz="1200" b="0" spc="-60" dirty="0"/>
              <a:t>  - </a:t>
            </a:r>
            <a:r>
              <a:rPr lang="ko-KR" altLang="en-US" sz="1200" b="0" spc="-60" dirty="0"/>
              <a:t>대상  </a:t>
            </a:r>
            <a:r>
              <a:rPr lang="en-US" altLang="ko-KR" sz="1200" b="0" spc="-60" dirty="0"/>
              <a:t>:</a:t>
            </a:r>
            <a:endParaRPr kumimoji="1" lang="ko-KR" altLang="en-US" sz="1200" b="0" i="0" u="none" strike="noStrike" kern="1200" cap="none" spc="-6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52722B8-9820-4F62-8F40-DCF1E25D1DB2}"/>
              </a:ext>
            </a:extLst>
          </p:cNvPr>
          <p:cNvSpPr/>
          <p:nvPr/>
        </p:nvSpPr>
        <p:spPr>
          <a:xfrm>
            <a:off x="257068" y="606724"/>
            <a:ext cx="631356" cy="29105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Concept</a:t>
            </a:r>
            <a:endParaRPr lang="ko-KR" altLang="en-US" sz="13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783EBBF-7476-4C97-8222-8F4B36E26F47}"/>
              </a:ext>
            </a:extLst>
          </p:cNvPr>
          <p:cNvSpPr/>
          <p:nvPr/>
        </p:nvSpPr>
        <p:spPr>
          <a:xfrm>
            <a:off x="257067" y="3626432"/>
            <a:ext cx="631355" cy="2112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PoC</a:t>
            </a:r>
            <a:r>
              <a:rPr lang="ko-KR" altLang="en-US" sz="13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A16B5EF-583E-425F-B9C9-1654A205D394}"/>
              </a:ext>
            </a:extLst>
          </p:cNvPr>
          <p:cNvSpPr/>
          <p:nvPr/>
        </p:nvSpPr>
        <p:spPr>
          <a:xfrm>
            <a:off x="3583809" y="979238"/>
            <a:ext cx="5528879" cy="1347860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8" name="Rectangle 95">
            <a:extLst>
              <a:ext uri="{FF2B5EF4-FFF2-40B4-BE49-F238E27FC236}">
                <a16:creationId xmlns:a16="http://schemas.microsoft.com/office/drawing/2014/main" id="{06BF093E-ABBE-4786-89D8-3445EAED6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598" y="886905"/>
            <a:ext cx="907300" cy="1692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Application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현황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0" name="Text Box 118">
            <a:extLst>
              <a:ext uri="{FF2B5EF4-FFF2-40B4-BE49-F238E27FC236}">
                <a16:creationId xmlns:a16="http://schemas.microsoft.com/office/drawing/2014/main" id="{445B088A-6B02-4C35-BEE4-D3F204366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002" y="2434740"/>
            <a:ext cx="513923" cy="418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10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1" lang="en-US" altLang="ko-KR" sz="1100" i="0" u="none" strike="noStrike" kern="1200" cap="none" spc="-60" normalizeH="0" baseline="0" noProof="0" dirty="0" err="1">
                <a:ln>
                  <a:noFill/>
                </a:ln>
                <a:effectLst/>
                <a:uLnTx/>
                <a:uFillTx/>
              </a:rPr>
              <a:t>ddddddd</a:t>
            </a:r>
            <a:endParaRPr kumimoji="1" lang="en-US" altLang="ko-KR" sz="1100" i="0" u="none" strike="noStrike" kern="1200" cap="none" spc="-6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indent="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ko-KR" sz="1000" b="0" spc="-60" dirty="0"/>
              <a:t>    - </a:t>
            </a:r>
            <a:r>
              <a:rPr lang="en-US" altLang="ko-KR" sz="1000" b="0" spc="-60" dirty="0" err="1"/>
              <a:t>ddddd</a:t>
            </a:r>
            <a:endParaRPr lang="en-US" altLang="ko-KR" sz="1000" b="0" spc="-60" dirty="0"/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D5AC77C7-276C-4802-A2BA-AAD004A9F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10000"/>
              </p:ext>
            </p:extLst>
          </p:nvPr>
        </p:nvGraphicFramePr>
        <p:xfrm>
          <a:off x="1047463" y="4070247"/>
          <a:ext cx="4181704" cy="1483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736">
                  <a:extLst>
                    <a:ext uri="{9D8B030D-6E8A-4147-A177-3AD203B41FA5}">
                      <a16:colId xmlns:a16="http://schemas.microsoft.com/office/drawing/2014/main" val="1515371587"/>
                    </a:ext>
                  </a:extLst>
                </a:gridCol>
                <a:gridCol w="2219472">
                  <a:extLst>
                    <a:ext uri="{9D8B030D-6E8A-4147-A177-3AD203B41FA5}">
                      <a16:colId xmlns:a16="http://schemas.microsoft.com/office/drawing/2014/main" val="3517757331"/>
                    </a:ext>
                  </a:extLst>
                </a:gridCol>
                <a:gridCol w="1478496">
                  <a:extLst>
                    <a:ext uri="{9D8B030D-6E8A-4147-A177-3AD203B41FA5}">
                      <a16:colId xmlns:a16="http://schemas.microsoft.com/office/drawing/2014/main" val="1640280578"/>
                    </a:ext>
                  </a:extLst>
                </a:gridCol>
              </a:tblGrid>
              <a:tr h="178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검증결과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85523"/>
                  </a:ext>
                </a:extLst>
              </a:tr>
              <a:tr h="217504">
                <a:tc rowSpan="2">
                  <a:txBody>
                    <a:bodyPr/>
                    <a:lstStyle/>
                    <a:p>
                      <a:pPr marL="0" algn="ctr" defTabSz="742950" rtl="0" eaLnBrk="1" latinLnBrk="1" hangingPunct="1">
                        <a:lnSpc>
                          <a:spcPts val="1300"/>
                        </a:lnSpc>
                      </a:pPr>
                      <a:endParaRPr lang="en-US" altLang="ko-KR" sz="1100" b="1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964785"/>
                  </a:ext>
                </a:extLst>
              </a:tr>
              <a:tr h="21750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153505"/>
                  </a:ext>
                </a:extLst>
              </a:tr>
              <a:tr h="21750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8151137"/>
                  </a:ext>
                </a:extLst>
              </a:tr>
              <a:tr h="217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051364"/>
                  </a:ext>
                </a:extLst>
              </a:tr>
              <a:tr h="21750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450676"/>
                  </a:ext>
                </a:extLst>
              </a:tr>
              <a:tr h="217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297748"/>
                  </a:ext>
                </a:extLst>
              </a:tr>
            </a:tbl>
          </a:graphicData>
        </a:graphic>
      </p:graphicFrame>
      <p:sp>
        <p:nvSpPr>
          <p:cNvPr id="114" name="Text Box 118">
            <a:extLst>
              <a:ext uri="{FF2B5EF4-FFF2-40B4-BE49-F238E27FC236}">
                <a16:creationId xmlns:a16="http://schemas.microsoft.com/office/drawing/2014/main" id="{B961D1A8-4ACB-4B59-8E88-42075F9AD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175" y="3654502"/>
            <a:ext cx="1206292" cy="1904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108000" lvl="0" indent="-7200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kumimoji="1" lang="ko-KR" altLang="en-US" sz="120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</a:rPr>
              <a:t> 주요 검증 항목</a:t>
            </a:r>
          </a:p>
        </p:txBody>
      </p:sp>
      <p:sp>
        <p:nvSpPr>
          <p:cNvPr id="115" name="Text Box 118">
            <a:extLst>
              <a:ext uri="{FF2B5EF4-FFF2-40B4-BE49-F238E27FC236}">
                <a16:creationId xmlns:a16="http://schemas.microsoft.com/office/drawing/2014/main" id="{9C831B92-D084-4D31-91E4-6C56D6D4D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175" y="708953"/>
            <a:ext cx="1606141" cy="1904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108000" lvl="0" indent="-7200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200" spc="-60" dirty="0"/>
              <a:t>Concept</a:t>
            </a:r>
            <a:endParaRPr kumimoji="1" lang="ko-KR" altLang="en-US" sz="1200" i="0" u="none" strike="noStrike" kern="1200" cap="none" spc="-6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8691E0A-2765-4293-9DC5-3188CB3ECCC9}"/>
              </a:ext>
            </a:extLst>
          </p:cNvPr>
          <p:cNvSpPr/>
          <p:nvPr/>
        </p:nvSpPr>
        <p:spPr>
          <a:xfrm>
            <a:off x="1163947" y="979238"/>
            <a:ext cx="2239152" cy="1347860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1" name="Rectangle 95">
            <a:extLst>
              <a:ext uri="{FF2B5EF4-FFF2-40B4-BE49-F238E27FC236}">
                <a16:creationId xmlns:a16="http://schemas.microsoft.com/office/drawing/2014/main" id="{0AB4DA02-BA74-479C-83FF-149F7F03C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91" y="886905"/>
            <a:ext cx="461665" cy="1692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Concept</a:t>
            </a:r>
          </a:p>
        </p:txBody>
      </p:sp>
      <p:sp>
        <p:nvSpPr>
          <p:cNvPr id="137" name="Text Box 118">
            <a:extLst>
              <a:ext uri="{FF2B5EF4-FFF2-40B4-BE49-F238E27FC236}">
                <a16:creationId xmlns:a16="http://schemas.microsoft.com/office/drawing/2014/main" id="{51563179-171D-4933-BFAF-460142AC8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002" y="3844939"/>
            <a:ext cx="286617" cy="174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ko-KR" sz="1100" spc="-60" dirty="0"/>
              <a:t>-</a:t>
            </a:r>
            <a:r>
              <a:rPr lang="ko-KR" altLang="en-US" sz="1100" spc="-60" dirty="0"/>
              <a:t> </a:t>
            </a:r>
            <a:r>
              <a:rPr kumimoji="1" lang="ko-KR" altLang="en-US" sz="110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</a:rPr>
              <a:t>내용</a:t>
            </a:r>
            <a:endParaRPr lang="en-US" altLang="ko-KR" sz="1000" b="0" spc="-60" dirty="0"/>
          </a:p>
        </p:txBody>
      </p:sp>
      <p:sp>
        <p:nvSpPr>
          <p:cNvPr id="142" name="Text Box 118">
            <a:extLst>
              <a:ext uri="{FF2B5EF4-FFF2-40B4-BE49-F238E27FC236}">
                <a16:creationId xmlns:a16="http://schemas.microsoft.com/office/drawing/2014/main" id="{9C39D522-7B35-4772-9275-E0A1C374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510" y="5577226"/>
            <a:ext cx="444674" cy="142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en-US" altLang="ko-KR" sz="900" b="0" i="0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</a:rPr>
              <a:t>* </a:t>
            </a:r>
            <a:r>
              <a:rPr kumimoji="1" lang="ko-KR" altLang="en-US" sz="900" b="0" i="0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</a:rPr>
              <a:t>참고 내용</a:t>
            </a:r>
          </a:p>
        </p:txBody>
      </p:sp>
      <p:sp>
        <p:nvSpPr>
          <p:cNvPr id="42" name="실행 단추: 홈으로 이동 4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BD9888E-355E-4A35-A9EA-0D0E3A5F86C2}"/>
              </a:ext>
            </a:extLst>
          </p:cNvPr>
          <p:cNvSpPr/>
          <p:nvPr/>
        </p:nvSpPr>
        <p:spPr>
          <a:xfrm>
            <a:off x="9619398" y="128999"/>
            <a:ext cx="200660" cy="195580"/>
          </a:xfrm>
          <a:prstGeom prst="actionButtonHom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 Box 118">
            <a:extLst>
              <a:ext uri="{FF2B5EF4-FFF2-40B4-BE49-F238E27FC236}">
                <a16:creationId xmlns:a16="http://schemas.microsoft.com/office/drawing/2014/main" id="{12F00C31-6CB5-81FD-07B2-A706F930F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002" y="3020474"/>
            <a:ext cx="513923" cy="418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indent="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10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1" lang="en-US" altLang="ko-KR" sz="1100" i="0" u="none" strike="noStrike" kern="1200" cap="none" spc="-60" normalizeH="0" baseline="0" noProof="0" dirty="0" err="1">
                <a:ln>
                  <a:noFill/>
                </a:ln>
                <a:effectLst/>
                <a:uLnTx/>
                <a:uFillTx/>
              </a:rPr>
              <a:t>ddddddd</a:t>
            </a:r>
            <a:endParaRPr kumimoji="1" lang="en-US" altLang="ko-KR" sz="1100" i="0" u="none" strike="noStrike" kern="1200" cap="none" spc="-6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indent="0" defTabSz="914400" fontAlgn="base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ko-KR" sz="1000" b="0" spc="-60" dirty="0"/>
              <a:t>    - </a:t>
            </a:r>
            <a:r>
              <a:rPr lang="en-US" altLang="ko-KR" sz="1000" b="0" spc="-60" dirty="0" err="1"/>
              <a:t>ddddd</a:t>
            </a:r>
            <a:endParaRPr lang="en-US" altLang="ko-KR" sz="1000" b="0" spc="-60" dirty="0"/>
          </a:p>
        </p:txBody>
      </p:sp>
    </p:spTree>
    <p:extLst>
      <p:ext uri="{BB962C8B-B14F-4D97-AF65-F5344CB8AC3E}">
        <p14:creationId xmlns:p14="http://schemas.microsoft.com/office/powerpoint/2010/main" val="315269588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wrap="none" rtlCol="0" anchor="ctr"/>
      <a:lstStyle>
        <a:defPPr algn="ctr">
          <a:defRPr sz="1200" dirty="0">
            <a:solidFill>
              <a:schemeClr val="tx1"/>
            </a:solidFill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100" smtClean="0"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3_디자인 사용자 지정">
  <a:themeElements>
    <a:clrScheme name="7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7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9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2_디자인 사용자 지정">
  <a:themeElements>
    <a:clrScheme name="7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7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0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106190</TotalTime>
  <Words>1140</Words>
  <Application>Microsoft Office PowerPoint</Application>
  <PresentationFormat>A4 용지(210x297mm)</PresentationFormat>
  <Paragraphs>455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12</vt:i4>
      </vt:variant>
    </vt:vector>
  </HeadingPairs>
  <TitlesOfParts>
    <vt:vector size="28" baseType="lpstr">
      <vt:lpstr>LG스마트체 Regular</vt:lpstr>
      <vt:lpstr>LG스마트체2.0 Regular</vt:lpstr>
      <vt:lpstr>Gulim</vt:lpstr>
      <vt:lpstr>Gulim</vt:lpstr>
      <vt:lpstr>맑은 고딕</vt:lpstr>
      <vt:lpstr>Arial</vt:lpstr>
      <vt:lpstr>Arial Narrow</vt:lpstr>
      <vt:lpstr>Wingdings</vt:lpstr>
      <vt:lpstr>디자인 사용자 지정</vt:lpstr>
      <vt:lpstr>13_디자인 사용자 지정</vt:lpstr>
      <vt:lpstr>19_디자인 사용자 지정</vt:lpstr>
      <vt:lpstr>5_기본 디자인</vt:lpstr>
      <vt:lpstr>12_디자인 사용자 지정</vt:lpstr>
      <vt:lpstr>2_디자인 사용자 지정</vt:lpstr>
      <vt:lpstr>20_디자인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심경표책임연구원</dc:creator>
  <cp:lastModifiedBy>강모원(MOWON KANG)[mowon.kang]/책임/생산기술혁신.인프라.FA.기술혁신P</cp:lastModifiedBy>
  <cp:revision>3908</cp:revision>
  <cp:lastPrinted>2024-02-21T02:47:06Z</cp:lastPrinted>
  <dcterms:created xsi:type="dcterms:W3CDTF">2020-01-17T03:08:37Z</dcterms:created>
  <dcterms:modified xsi:type="dcterms:W3CDTF">2026-05-18T05:04:00Z</dcterms:modified>
</cp:coreProperties>
</file>